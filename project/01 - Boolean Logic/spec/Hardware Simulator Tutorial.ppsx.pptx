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slideshow.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385" r:id="rId2"/>
    <p:sldId id="386" r:id="rId3"/>
    <p:sldId id="384" r:id="rId4"/>
    <p:sldId id="378" r:id="rId5"/>
    <p:sldId id="269" r:id="rId6"/>
    <p:sldId id="350" r:id="rId7"/>
    <p:sldId id="310" r:id="rId8"/>
    <p:sldId id="330" r:id="rId9"/>
    <p:sldId id="327" r:id="rId10"/>
    <p:sldId id="309" r:id="rId11"/>
    <p:sldId id="337" r:id="rId12"/>
    <p:sldId id="312" r:id="rId13"/>
    <p:sldId id="311" r:id="rId14"/>
    <p:sldId id="329" r:id="rId15"/>
    <p:sldId id="331" r:id="rId16"/>
    <p:sldId id="372" r:id="rId17"/>
    <p:sldId id="314" r:id="rId18"/>
    <p:sldId id="333" r:id="rId19"/>
    <p:sldId id="334" r:id="rId20"/>
    <p:sldId id="335" r:id="rId21"/>
    <p:sldId id="336" r:id="rId22"/>
    <p:sldId id="315" r:id="rId23"/>
    <p:sldId id="344" r:id="rId24"/>
    <p:sldId id="316" r:id="rId25"/>
    <p:sldId id="346" r:id="rId26"/>
    <p:sldId id="369" r:id="rId27"/>
    <p:sldId id="332" r:id="rId28"/>
    <p:sldId id="320" r:id="rId29"/>
    <p:sldId id="321" r:id="rId30"/>
    <p:sldId id="360" r:id="rId31"/>
    <p:sldId id="366" r:id="rId32"/>
    <p:sldId id="364" r:id="rId33"/>
    <p:sldId id="367" r:id="rId34"/>
    <p:sldId id="365" r:id="rId35"/>
    <p:sldId id="348" r:id="rId36"/>
    <p:sldId id="373" r:id="rId37"/>
    <p:sldId id="374" r:id="rId38"/>
    <p:sldId id="375" r:id="rId39"/>
    <p:sldId id="376" r:id="rId40"/>
    <p:sldId id="377" r:id="rId41"/>
    <p:sldId id="345" r:id="rId42"/>
    <p:sldId id="349" r:id="rId43"/>
    <p:sldId id="323" r:id="rId44"/>
    <p:sldId id="325" r:id="rId45"/>
    <p:sldId id="326" r:id="rId46"/>
    <p:sldId id="380" r:id="rId47"/>
    <p:sldId id="381" r:id="rId48"/>
    <p:sldId id="379" r:id="rId49"/>
  </p:sldIdLst>
  <p:sldSz cx="9144000" cy="6858000" type="screen4x3"/>
  <p:notesSz cx="6858000" cy="9144000"/>
  <p:defaultTextStyle>
    <a:defPPr>
      <a:defRPr lang="he-IL"/>
    </a:defPPr>
    <a:lvl1pPr algn="ctr" rtl="0" fontAlgn="base">
      <a:spcBef>
        <a:spcPct val="0"/>
      </a:spcBef>
      <a:spcAft>
        <a:spcPct val="0"/>
      </a:spcAft>
      <a:defRPr sz="2000" kern="1200">
        <a:solidFill>
          <a:schemeClr val="tx2"/>
        </a:solidFill>
        <a:latin typeface="Arial" panose="020B0604020202020204" pitchFamily="34" charset="0"/>
        <a:ea typeface="+mn-ea"/>
        <a:cs typeface="Arial" panose="020B0604020202020204" pitchFamily="34" charset="0"/>
      </a:defRPr>
    </a:lvl1pPr>
    <a:lvl2pPr marL="457200" algn="ctr" rtl="0" fontAlgn="base">
      <a:spcBef>
        <a:spcPct val="0"/>
      </a:spcBef>
      <a:spcAft>
        <a:spcPct val="0"/>
      </a:spcAft>
      <a:defRPr sz="2000" kern="1200">
        <a:solidFill>
          <a:schemeClr val="tx2"/>
        </a:solidFill>
        <a:latin typeface="Arial" panose="020B0604020202020204" pitchFamily="34" charset="0"/>
        <a:ea typeface="+mn-ea"/>
        <a:cs typeface="Arial" panose="020B0604020202020204" pitchFamily="34" charset="0"/>
      </a:defRPr>
    </a:lvl2pPr>
    <a:lvl3pPr marL="914400" algn="ctr" rtl="0" fontAlgn="base">
      <a:spcBef>
        <a:spcPct val="0"/>
      </a:spcBef>
      <a:spcAft>
        <a:spcPct val="0"/>
      </a:spcAft>
      <a:defRPr sz="2000" kern="1200">
        <a:solidFill>
          <a:schemeClr val="tx2"/>
        </a:solidFill>
        <a:latin typeface="Arial" panose="020B0604020202020204" pitchFamily="34" charset="0"/>
        <a:ea typeface="+mn-ea"/>
        <a:cs typeface="Arial" panose="020B0604020202020204" pitchFamily="34" charset="0"/>
      </a:defRPr>
    </a:lvl3pPr>
    <a:lvl4pPr marL="1371600" algn="ctr" rtl="0" fontAlgn="base">
      <a:spcBef>
        <a:spcPct val="0"/>
      </a:spcBef>
      <a:spcAft>
        <a:spcPct val="0"/>
      </a:spcAft>
      <a:defRPr sz="2000" kern="1200">
        <a:solidFill>
          <a:schemeClr val="tx2"/>
        </a:solidFill>
        <a:latin typeface="Arial" panose="020B0604020202020204" pitchFamily="34" charset="0"/>
        <a:ea typeface="+mn-ea"/>
        <a:cs typeface="Arial" panose="020B0604020202020204" pitchFamily="34" charset="0"/>
      </a:defRPr>
    </a:lvl4pPr>
    <a:lvl5pPr marL="1828800" algn="ctr" rtl="0" fontAlgn="base">
      <a:spcBef>
        <a:spcPct val="0"/>
      </a:spcBef>
      <a:spcAft>
        <a:spcPct val="0"/>
      </a:spcAft>
      <a:defRPr sz="2000" kern="1200">
        <a:solidFill>
          <a:schemeClr val="tx2"/>
        </a:solidFill>
        <a:latin typeface="Arial" panose="020B0604020202020204" pitchFamily="34" charset="0"/>
        <a:ea typeface="+mn-ea"/>
        <a:cs typeface="Arial" panose="020B0604020202020204" pitchFamily="34" charset="0"/>
      </a:defRPr>
    </a:lvl5pPr>
    <a:lvl6pPr marL="2286000" algn="l" defTabSz="914400" rtl="0" eaLnBrk="1" latinLnBrk="0" hangingPunct="1">
      <a:defRPr sz="2000" kern="1200">
        <a:solidFill>
          <a:schemeClr val="tx2"/>
        </a:solidFill>
        <a:latin typeface="Arial" panose="020B0604020202020204" pitchFamily="34" charset="0"/>
        <a:ea typeface="+mn-ea"/>
        <a:cs typeface="Arial" panose="020B0604020202020204" pitchFamily="34" charset="0"/>
      </a:defRPr>
    </a:lvl6pPr>
    <a:lvl7pPr marL="2743200" algn="l" defTabSz="914400" rtl="0" eaLnBrk="1" latinLnBrk="0" hangingPunct="1">
      <a:defRPr sz="2000" kern="1200">
        <a:solidFill>
          <a:schemeClr val="tx2"/>
        </a:solidFill>
        <a:latin typeface="Arial" panose="020B0604020202020204" pitchFamily="34" charset="0"/>
        <a:ea typeface="+mn-ea"/>
        <a:cs typeface="Arial" panose="020B0604020202020204" pitchFamily="34" charset="0"/>
      </a:defRPr>
    </a:lvl7pPr>
    <a:lvl8pPr marL="3200400" algn="l" defTabSz="914400" rtl="0" eaLnBrk="1" latinLnBrk="0" hangingPunct="1">
      <a:defRPr sz="2000" kern="1200">
        <a:solidFill>
          <a:schemeClr val="tx2"/>
        </a:solidFill>
        <a:latin typeface="Arial" panose="020B0604020202020204" pitchFamily="34" charset="0"/>
        <a:ea typeface="+mn-ea"/>
        <a:cs typeface="Arial" panose="020B0604020202020204" pitchFamily="34" charset="0"/>
      </a:defRPr>
    </a:lvl8pPr>
    <a:lvl9pPr marL="3657600" algn="l" defTabSz="914400" rtl="0" eaLnBrk="1" latinLnBrk="0" hangingPunct="1">
      <a:defRPr sz="2000" kern="1200">
        <a:solidFill>
          <a:schemeClr val="tx2"/>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autoAdjust="0"/>
    <p:restoredTop sz="94687"/>
  </p:normalViewPr>
  <p:slideViewPr>
    <p:cSldViewPr>
      <p:cViewPr varScale="1">
        <p:scale>
          <a:sx n="100" d="100"/>
          <a:sy n="100" d="100"/>
        </p:scale>
        <p:origin x="1864" y="16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Lst>
  </p:outlineViewPr>
  <p:notesTextViewPr>
    <p:cViewPr>
      <p:scale>
        <a:sx n="100" d="100"/>
        <a:sy n="100" d="100"/>
      </p:scale>
      <p:origin x="0" y="0"/>
    </p:cViewPr>
  </p:notesTextViewPr>
  <p:sorterViewPr>
    <p:cViewPr>
      <p:scale>
        <a:sx n="66" d="100"/>
        <a:sy n="66" d="100"/>
      </p:scale>
      <p:origin x="0" y="432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_rels/viewProps.xml.rels><?xml version="1.0" encoding="UTF-8" standalone="yes"?>
<Relationships xmlns="http://schemas.openxmlformats.org/package/2006/relationships"><Relationship Id="rId8" Type="http://schemas.openxmlformats.org/officeDocument/2006/relationships/slide" Target="slides/slide37.xml"/><Relationship Id="rId3" Type="http://schemas.openxmlformats.org/officeDocument/2006/relationships/slide" Target="slides/slide30.xml"/><Relationship Id="rId7" Type="http://schemas.openxmlformats.org/officeDocument/2006/relationships/slide" Target="slides/slide34.xml"/><Relationship Id="rId2" Type="http://schemas.openxmlformats.org/officeDocument/2006/relationships/slide" Target="slides/slide3.xml"/><Relationship Id="rId1" Type="http://schemas.openxmlformats.org/officeDocument/2006/relationships/slide" Target="slides/slide1.xml"/><Relationship Id="rId6" Type="http://schemas.openxmlformats.org/officeDocument/2006/relationships/slide" Target="slides/slide33.xml"/><Relationship Id="rId5" Type="http://schemas.openxmlformats.org/officeDocument/2006/relationships/slide" Target="slides/slide32.xml"/><Relationship Id="rId4" Type="http://schemas.openxmlformats.org/officeDocument/2006/relationships/slide" Target="slides/slide31.xml"/><Relationship Id="rId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1250" name="Rectangle 2">
            <a:extLst>
              <a:ext uri="{FF2B5EF4-FFF2-40B4-BE49-F238E27FC236}">
                <a16:creationId xmlns:a16="http://schemas.microsoft.com/office/drawing/2014/main" id="{CA748A90-246F-E54E-A341-1D3D3DBABC96}"/>
              </a:ext>
            </a:extLst>
          </p:cNvPr>
          <p:cNvSpPr>
            <a:spLocks noGrp="1" noChangeArrowheads="1"/>
          </p:cNvSpPr>
          <p:nvPr>
            <p:ph type="hdr" sz="quarte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rtl="1">
              <a:defRPr sz="1200">
                <a:solidFill>
                  <a:schemeClr val="tx1"/>
                </a:solidFill>
                <a:latin typeface="Times New Roman" panose="02020603050405020304" pitchFamily="18" charset="0"/>
                <a:cs typeface="Times New Roman (Hebrew)" panose="02020603050405020304" pitchFamily="18" charset="0"/>
              </a:defRPr>
            </a:lvl1pPr>
          </a:lstStyle>
          <a:p>
            <a:endParaRPr lang="en-US" altLang="en-US"/>
          </a:p>
        </p:txBody>
      </p:sp>
      <p:sp>
        <p:nvSpPr>
          <p:cNvPr id="181251" name="Rectangle 3">
            <a:extLst>
              <a:ext uri="{FF2B5EF4-FFF2-40B4-BE49-F238E27FC236}">
                <a16:creationId xmlns:a16="http://schemas.microsoft.com/office/drawing/2014/main" id="{FAB6C852-6F8B-934E-8F3D-35E0929EDA3D}"/>
              </a:ext>
            </a:extLst>
          </p:cNvPr>
          <p:cNvSpPr>
            <a:spLocks noGrp="1" noChangeArrowheads="1"/>
          </p:cNvSpPr>
          <p:nvPr>
            <p:ph type="dt" idx="1"/>
          </p:nvPr>
        </p:nvSpPr>
        <p:spPr bwMode="auto">
          <a:xfrm>
            <a:off x="1588"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rtl="1">
              <a:defRPr sz="1200">
                <a:solidFill>
                  <a:schemeClr val="tx1"/>
                </a:solidFill>
                <a:latin typeface="Times New Roman" panose="02020603050405020304" pitchFamily="18" charset="0"/>
                <a:cs typeface="Times New Roman (Hebrew)" panose="02020603050405020304" pitchFamily="18" charset="0"/>
              </a:defRPr>
            </a:lvl1pPr>
          </a:lstStyle>
          <a:p>
            <a:endParaRPr lang="en-US" altLang="en-US"/>
          </a:p>
        </p:txBody>
      </p:sp>
      <p:sp>
        <p:nvSpPr>
          <p:cNvPr id="181252" name="Rectangle 4">
            <a:extLst>
              <a:ext uri="{FF2B5EF4-FFF2-40B4-BE49-F238E27FC236}">
                <a16:creationId xmlns:a16="http://schemas.microsoft.com/office/drawing/2014/main" id="{2B56E31F-1BFB-4348-A451-C1CAB2F2335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1253" name="Rectangle 5">
            <a:extLst>
              <a:ext uri="{FF2B5EF4-FFF2-40B4-BE49-F238E27FC236}">
                <a16:creationId xmlns:a16="http://schemas.microsoft.com/office/drawing/2014/main" id="{175C85DE-2158-1847-A9C5-4639A0B8B284}"/>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81254" name="Rectangle 6">
            <a:extLst>
              <a:ext uri="{FF2B5EF4-FFF2-40B4-BE49-F238E27FC236}">
                <a16:creationId xmlns:a16="http://schemas.microsoft.com/office/drawing/2014/main" id="{7618A0AA-524C-C44F-BE06-56F5416CF06E}"/>
              </a:ext>
            </a:extLst>
          </p:cNvPr>
          <p:cNvSpPr>
            <a:spLocks noGrp="1" noChangeArrowheads="1"/>
          </p:cNvSpPr>
          <p:nvPr>
            <p:ph type="ftr" sz="quarter" idx="4"/>
          </p:nvPr>
        </p:nvSpPr>
        <p:spPr bwMode="auto">
          <a:xfrm>
            <a:off x="388620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rtl="1">
              <a:defRPr sz="1200">
                <a:solidFill>
                  <a:schemeClr val="tx1"/>
                </a:solidFill>
                <a:latin typeface="Times New Roman" panose="02020603050405020304" pitchFamily="18" charset="0"/>
                <a:cs typeface="Times New Roman (Hebrew)" panose="02020603050405020304" pitchFamily="18" charset="0"/>
              </a:defRPr>
            </a:lvl1pPr>
          </a:lstStyle>
          <a:p>
            <a:endParaRPr lang="en-US" altLang="en-US"/>
          </a:p>
        </p:txBody>
      </p:sp>
      <p:sp>
        <p:nvSpPr>
          <p:cNvPr id="181255" name="Rectangle 7">
            <a:extLst>
              <a:ext uri="{FF2B5EF4-FFF2-40B4-BE49-F238E27FC236}">
                <a16:creationId xmlns:a16="http://schemas.microsoft.com/office/drawing/2014/main" id="{32E4BD9B-8181-9B4B-AB85-311E5097A752}"/>
              </a:ext>
            </a:extLst>
          </p:cNvPr>
          <p:cNvSpPr>
            <a:spLocks noGrp="1" noChangeArrowheads="1"/>
          </p:cNvSpPr>
          <p:nvPr>
            <p:ph type="sldNum" sz="quarter" idx="5"/>
          </p:nvPr>
        </p:nvSpPr>
        <p:spPr bwMode="auto">
          <a:xfrm>
            <a:off x="1588"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1">
              <a:defRPr sz="1200">
                <a:solidFill>
                  <a:schemeClr val="tx1"/>
                </a:solidFill>
                <a:latin typeface="Times New Roman" panose="02020603050405020304" pitchFamily="18" charset="0"/>
                <a:cs typeface="Times New Roman (Hebrew)" panose="02020603050405020304" pitchFamily="18" charset="0"/>
              </a:defRPr>
            </a:lvl1pPr>
          </a:lstStyle>
          <a:p>
            <a:fld id="{BD49B70F-411C-1342-B21F-0EDC8EB31380}" type="slidenum">
              <a:rPr lang="he-IL" altLang="en-US"/>
              <a:pPr/>
              <a:t>‹#›</a:t>
            </a:fld>
            <a:endParaRPr lang="en-US" altLang="en-US"/>
          </a:p>
        </p:txBody>
      </p:sp>
    </p:spTree>
  </p:cSld>
  <p:clrMap bg1="lt1" tx1="dk1" bg2="lt2" tx2="dk2" accent1="accent1" accent2="accent2" accent3="accent3" accent4="accent4" accent5="accent5" accent6="accent6" hlink="hlink" folHlink="folHlink"/>
  <p:notesStyle>
    <a:lvl1pPr algn="r" rtl="1" fontAlgn="base">
      <a:spcBef>
        <a:spcPct val="30000"/>
      </a:spcBef>
      <a:spcAft>
        <a:spcPct val="0"/>
      </a:spcAft>
      <a:defRPr sz="1200" kern="1200">
        <a:solidFill>
          <a:schemeClr val="tx1"/>
        </a:solidFill>
        <a:latin typeface="Times New Roman" panose="02020603050405020304" pitchFamily="18" charset="0"/>
        <a:ea typeface="+mn-ea"/>
        <a:cs typeface="Times New Roman (Hebrew)" panose="02020603050405020304" pitchFamily="18" charset="0"/>
      </a:defRPr>
    </a:lvl1pPr>
    <a:lvl2pPr marL="457200" algn="r" rtl="1" fontAlgn="base">
      <a:spcBef>
        <a:spcPct val="30000"/>
      </a:spcBef>
      <a:spcAft>
        <a:spcPct val="0"/>
      </a:spcAft>
      <a:defRPr sz="1200" kern="1200">
        <a:solidFill>
          <a:schemeClr val="tx1"/>
        </a:solidFill>
        <a:latin typeface="Times New Roman" panose="02020603050405020304" pitchFamily="18" charset="0"/>
        <a:ea typeface="+mn-ea"/>
        <a:cs typeface="Times New Roman (Hebrew)" panose="02020603050405020304" pitchFamily="18" charset="0"/>
      </a:defRPr>
    </a:lvl2pPr>
    <a:lvl3pPr marL="914400" algn="r" rtl="1" fontAlgn="base">
      <a:spcBef>
        <a:spcPct val="30000"/>
      </a:spcBef>
      <a:spcAft>
        <a:spcPct val="0"/>
      </a:spcAft>
      <a:defRPr sz="1200" kern="1200">
        <a:solidFill>
          <a:schemeClr val="tx1"/>
        </a:solidFill>
        <a:latin typeface="Times New Roman" panose="02020603050405020304" pitchFamily="18" charset="0"/>
        <a:ea typeface="+mn-ea"/>
        <a:cs typeface="Times New Roman (Hebrew)" panose="02020603050405020304" pitchFamily="18" charset="0"/>
      </a:defRPr>
    </a:lvl3pPr>
    <a:lvl4pPr marL="1371600" algn="r" rtl="1" fontAlgn="base">
      <a:spcBef>
        <a:spcPct val="30000"/>
      </a:spcBef>
      <a:spcAft>
        <a:spcPct val="0"/>
      </a:spcAft>
      <a:defRPr sz="1200" kern="1200">
        <a:solidFill>
          <a:schemeClr val="tx1"/>
        </a:solidFill>
        <a:latin typeface="Times New Roman" panose="02020603050405020304" pitchFamily="18" charset="0"/>
        <a:ea typeface="+mn-ea"/>
        <a:cs typeface="Times New Roman (Hebrew)" panose="02020603050405020304" pitchFamily="18" charset="0"/>
      </a:defRPr>
    </a:lvl4pPr>
    <a:lvl5pPr marL="1828800" algn="r" rtl="1" fontAlgn="base">
      <a:spcBef>
        <a:spcPct val="30000"/>
      </a:spcBef>
      <a:spcAft>
        <a:spcPct val="0"/>
      </a:spcAft>
      <a:defRPr sz="1200" kern="1200">
        <a:solidFill>
          <a:schemeClr val="tx1"/>
        </a:solidFill>
        <a:latin typeface="Times New Roman" panose="02020603050405020304" pitchFamily="18" charset="0"/>
        <a:ea typeface="+mn-ea"/>
        <a:cs typeface="Times New Roman (Hebrew)" panose="02020603050405020304" pitchFamily="18"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9CB109-4A90-014B-AA9A-CF31122C5C27}"/>
              </a:ext>
            </a:extLst>
          </p:cNvPr>
          <p:cNvSpPr>
            <a:spLocks noGrp="1" noChangeArrowheads="1"/>
          </p:cNvSpPr>
          <p:nvPr>
            <p:ph type="sldNum" sz="quarter" idx="5"/>
          </p:nvPr>
        </p:nvSpPr>
        <p:spPr>
          <a:ln/>
        </p:spPr>
        <p:txBody>
          <a:bodyPr/>
          <a:lstStyle/>
          <a:p>
            <a:fld id="{BC53C4C9-D2AB-344E-B492-10AFF01D75F7}" type="slidenum">
              <a:rPr lang="he-IL" altLang="en-US"/>
              <a:pPr/>
              <a:t>1</a:t>
            </a:fld>
            <a:endParaRPr lang="en-US" altLang="en-US"/>
          </a:p>
        </p:txBody>
      </p:sp>
      <p:sp>
        <p:nvSpPr>
          <p:cNvPr id="182274" name="Rectangle 2">
            <a:extLst>
              <a:ext uri="{FF2B5EF4-FFF2-40B4-BE49-F238E27FC236}">
                <a16:creationId xmlns:a16="http://schemas.microsoft.com/office/drawing/2014/main" id="{CE3D8B5A-3D71-9247-8DB8-25EA8FC6674A}"/>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D7DC2BB9-9060-0C41-8FAA-B37E1BB0649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0CA2ADE-476F-C549-857C-8369A54CB90F}"/>
              </a:ext>
            </a:extLst>
          </p:cNvPr>
          <p:cNvSpPr>
            <a:spLocks noGrp="1" noChangeArrowheads="1"/>
          </p:cNvSpPr>
          <p:nvPr>
            <p:ph type="sldNum" sz="quarter" idx="5"/>
          </p:nvPr>
        </p:nvSpPr>
        <p:spPr>
          <a:ln/>
        </p:spPr>
        <p:txBody>
          <a:bodyPr/>
          <a:lstStyle/>
          <a:p>
            <a:fld id="{27160671-F57A-0943-A7A0-06F7C224A44A}" type="slidenum">
              <a:rPr lang="he-IL" altLang="en-US"/>
              <a:pPr/>
              <a:t>2</a:t>
            </a:fld>
            <a:endParaRPr lang="en-US" altLang="en-US"/>
          </a:p>
        </p:txBody>
      </p:sp>
      <p:sp>
        <p:nvSpPr>
          <p:cNvPr id="183298" name="Rectangle 2">
            <a:extLst>
              <a:ext uri="{FF2B5EF4-FFF2-40B4-BE49-F238E27FC236}">
                <a16:creationId xmlns:a16="http://schemas.microsoft.com/office/drawing/2014/main" id="{8E48F0B3-4983-4B45-B665-EA375ADBB70A}"/>
              </a:ext>
            </a:extLst>
          </p:cNvPr>
          <p:cNvSpPr>
            <a:spLocks noGrp="1" noRot="1" noChangeAspect="1" noChangeArrowheads="1" noTextEdit="1"/>
          </p:cNvSpPr>
          <p:nvPr>
            <p:ph type="sldImg"/>
          </p:nvPr>
        </p:nvSpPr>
        <p:spPr>
          <a:ln/>
        </p:spPr>
      </p:sp>
      <p:sp>
        <p:nvSpPr>
          <p:cNvPr id="183299" name="Rectangle 3">
            <a:extLst>
              <a:ext uri="{FF2B5EF4-FFF2-40B4-BE49-F238E27FC236}">
                <a16:creationId xmlns:a16="http://schemas.microsoft.com/office/drawing/2014/main" id="{5943C625-4A10-9741-9ED9-79373D17CCB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A3C83A5-0896-D04C-8EC9-8BD36F9A54B8}"/>
              </a:ext>
            </a:extLst>
          </p:cNvPr>
          <p:cNvSpPr>
            <a:spLocks noGrp="1" noChangeArrowheads="1"/>
          </p:cNvSpPr>
          <p:nvPr>
            <p:ph type="sldNum" sz="quarter" idx="5"/>
          </p:nvPr>
        </p:nvSpPr>
        <p:spPr>
          <a:ln/>
        </p:spPr>
        <p:txBody>
          <a:bodyPr/>
          <a:lstStyle/>
          <a:p>
            <a:fld id="{4AE8869D-8654-EA42-AE97-E1F5094983F7}" type="slidenum">
              <a:rPr lang="he-IL" altLang="en-US"/>
              <a:pPr/>
              <a:t>3</a:t>
            </a:fld>
            <a:endParaRPr lang="en-US" altLang="en-US"/>
          </a:p>
        </p:txBody>
      </p:sp>
      <p:sp>
        <p:nvSpPr>
          <p:cNvPr id="184322" name="Rectangle 2">
            <a:extLst>
              <a:ext uri="{FF2B5EF4-FFF2-40B4-BE49-F238E27FC236}">
                <a16:creationId xmlns:a16="http://schemas.microsoft.com/office/drawing/2014/main" id="{842EEC54-F209-6F47-98AB-69D38F42FD60}"/>
              </a:ext>
            </a:extLst>
          </p:cNvPr>
          <p:cNvSpPr>
            <a:spLocks noGrp="1" noRot="1" noChangeAspect="1" noChangeArrowheads="1" noTextEdit="1"/>
          </p:cNvSpPr>
          <p:nvPr>
            <p:ph type="sldImg"/>
          </p:nvPr>
        </p:nvSpPr>
        <p:spPr>
          <a:ln/>
        </p:spPr>
      </p:sp>
      <p:sp>
        <p:nvSpPr>
          <p:cNvPr id="184323" name="Rectangle 3">
            <a:extLst>
              <a:ext uri="{FF2B5EF4-FFF2-40B4-BE49-F238E27FC236}">
                <a16:creationId xmlns:a16="http://schemas.microsoft.com/office/drawing/2014/main" id="{63D6DB75-6919-A746-8717-3C822BE9812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E95E7EF-5F19-8A43-B08E-3FC85F1FB5F8}"/>
              </a:ext>
            </a:extLst>
          </p:cNvPr>
          <p:cNvSpPr>
            <a:spLocks noGrp="1" noChangeArrowheads="1"/>
          </p:cNvSpPr>
          <p:nvPr>
            <p:ph type="sldNum" sz="quarter" idx="5"/>
          </p:nvPr>
        </p:nvSpPr>
        <p:spPr>
          <a:ln/>
        </p:spPr>
        <p:txBody>
          <a:bodyPr/>
          <a:lstStyle/>
          <a:p>
            <a:fld id="{23F0013B-42B0-1846-86D4-3BCDF59EBC4C}" type="slidenum">
              <a:rPr lang="he-IL" altLang="en-US"/>
              <a:pPr/>
              <a:t>4</a:t>
            </a:fld>
            <a:endParaRPr lang="en-US" altLang="en-US"/>
          </a:p>
        </p:txBody>
      </p:sp>
      <p:sp>
        <p:nvSpPr>
          <p:cNvPr id="185346" name="Rectangle 2">
            <a:extLst>
              <a:ext uri="{FF2B5EF4-FFF2-40B4-BE49-F238E27FC236}">
                <a16:creationId xmlns:a16="http://schemas.microsoft.com/office/drawing/2014/main" id="{D56FE877-A6B0-934E-98A2-2B65B6AB6814}"/>
              </a:ext>
            </a:extLst>
          </p:cNvPr>
          <p:cNvSpPr>
            <a:spLocks noGrp="1" noRot="1" noChangeAspect="1" noChangeArrowheads="1" noTextEdit="1"/>
          </p:cNvSpPr>
          <p:nvPr>
            <p:ph type="sldImg"/>
          </p:nvPr>
        </p:nvSpPr>
        <p:spPr>
          <a:ln/>
        </p:spPr>
      </p:sp>
      <p:sp>
        <p:nvSpPr>
          <p:cNvPr id="185347" name="Rectangle 3">
            <a:extLst>
              <a:ext uri="{FF2B5EF4-FFF2-40B4-BE49-F238E27FC236}">
                <a16:creationId xmlns:a16="http://schemas.microsoft.com/office/drawing/2014/main" id="{9A9C5473-8635-C04C-9DDD-76627DB2C79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6FAE9AD-5533-7F47-8CCE-CAD896AE5A40}"/>
              </a:ext>
            </a:extLst>
          </p:cNvPr>
          <p:cNvSpPr>
            <a:spLocks noGrp="1" noChangeArrowheads="1"/>
          </p:cNvSpPr>
          <p:nvPr>
            <p:ph type="sldNum" sz="quarter" idx="5"/>
          </p:nvPr>
        </p:nvSpPr>
        <p:spPr>
          <a:ln/>
        </p:spPr>
        <p:txBody>
          <a:bodyPr/>
          <a:lstStyle/>
          <a:p>
            <a:fld id="{E068826A-4068-E244-AB5E-DA3A1CEB9374}" type="slidenum">
              <a:rPr lang="he-IL" altLang="en-US"/>
              <a:pPr/>
              <a:t>5</a:t>
            </a:fld>
            <a:endParaRPr lang="en-US" altLang="en-US"/>
          </a:p>
        </p:txBody>
      </p:sp>
      <p:sp>
        <p:nvSpPr>
          <p:cNvPr id="186370" name="Rectangle 2">
            <a:extLst>
              <a:ext uri="{FF2B5EF4-FFF2-40B4-BE49-F238E27FC236}">
                <a16:creationId xmlns:a16="http://schemas.microsoft.com/office/drawing/2014/main" id="{66E72063-FB62-B445-AB56-AC1608D99C45}"/>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64DC6E87-F38C-4045-89AF-47814940A3B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A5A27C-6A73-9249-9840-4ECB6D997AFB}"/>
              </a:ext>
            </a:extLst>
          </p:cNvPr>
          <p:cNvSpPr>
            <a:spLocks noGrp="1" noChangeArrowheads="1"/>
          </p:cNvSpPr>
          <p:nvPr>
            <p:ph type="sldNum" sz="quarter" idx="5"/>
          </p:nvPr>
        </p:nvSpPr>
        <p:spPr>
          <a:ln/>
        </p:spPr>
        <p:txBody>
          <a:bodyPr/>
          <a:lstStyle/>
          <a:p>
            <a:fld id="{297219A8-B995-AF4C-B118-356D69F8FBFD}" type="slidenum">
              <a:rPr lang="he-IL" altLang="en-US"/>
              <a:pPr/>
              <a:t>6</a:t>
            </a:fld>
            <a:endParaRPr lang="en-US" altLang="en-US"/>
          </a:p>
        </p:txBody>
      </p:sp>
      <p:sp>
        <p:nvSpPr>
          <p:cNvPr id="187394" name="Rectangle 2">
            <a:extLst>
              <a:ext uri="{FF2B5EF4-FFF2-40B4-BE49-F238E27FC236}">
                <a16:creationId xmlns:a16="http://schemas.microsoft.com/office/drawing/2014/main" id="{9B83761A-32DB-3946-9831-DFEB8DF71775}"/>
              </a:ext>
            </a:extLst>
          </p:cNvPr>
          <p:cNvSpPr>
            <a:spLocks noGrp="1" noRot="1" noChangeAspect="1" noChangeArrowheads="1" noTextEdit="1"/>
          </p:cNvSpPr>
          <p:nvPr>
            <p:ph type="sldImg"/>
          </p:nvPr>
        </p:nvSpPr>
        <p:spPr>
          <a:ln/>
        </p:spPr>
      </p:sp>
      <p:sp>
        <p:nvSpPr>
          <p:cNvPr id="187395" name="Rectangle 3">
            <a:extLst>
              <a:ext uri="{FF2B5EF4-FFF2-40B4-BE49-F238E27FC236}">
                <a16:creationId xmlns:a16="http://schemas.microsoft.com/office/drawing/2014/main" id="{EB84E259-8E81-064E-A9AD-9D9FAB13E81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292E24E-748D-9040-A8A1-1BA456C5C1BF}"/>
              </a:ext>
            </a:extLst>
          </p:cNvPr>
          <p:cNvSpPr>
            <a:spLocks noGrp="1" noChangeArrowheads="1"/>
          </p:cNvSpPr>
          <p:nvPr>
            <p:ph type="sldNum" sz="quarter" idx="5"/>
          </p:nvPr>
        </p:nvSpPr>
        <p:spPr>
          <a:ln/>
        </p:spPr>
        <p:txBody>
          <a:bodyPr/>
          <a:lstStyle/>
          <a:p>
            <a:fld id="{05F07CB4-DE57-FF45-99E1-0E57A559C348}" type="slidenum">
              <a:rPr lang="he-IL" altLang="en-US"/>
              <a:pPr/>
              <a:t>7</a:t>
            </a:fld>
            <a:endParaRPr lang="en-US" altLang="en-US"/>
          </a:p>
        </p:txBody>
      </p:sp>
      <p:sp>
        <p:nvSpPr>
          <p:cNvPr id="188418" name="Rectangle 2">
            <a:extLst>
              <a:ext uri="{FF2B5EF4-FFF2-40B4-BE49-F238E27FC236}">
                <a16:creationId xmlns:a16="http://schemas.microsoft.com/office/drawing/2014/main" id="{BF4526A7-F9C6-7348-8230-C85DF769CAB3}"/>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id="{D545AB61-5587-274E-8714-7D646CECF22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780E3E6-5CDE-D54B-B5FF-8419B042F7B4}"/>
              </a:ext>
            </a:extLst>
          </p:cNvPr>
          <p:cNvSpPr>
            <a:spLocks noGrp="1" noChangeArrowheads="1"/>
          </p:cNvSpPr>
          <p:nvPr>
            <p:ph type="sldNum" sz="quarter" idx="5"/>
          </p:nvPr>
        </p:nvSpPr>
        <p:spPr>
          <a:ln/>
        </p:spPr>
        <p:txBody>
          <a:bodyPr/>
          <a:lstStyle/>
          <a:p>
            <a:fld id="{EE7CC010-F568-5740-A28A-6F46EDBEBA22}" type="slidenum">
              <a:rPr lang="he-IL" altLang="en-US"/>
              <a:pPr/>
              <a:t>8</a:t>
            </a:fld>
            <a:endParaRPr lang="en-US" altLang="en-US"/>
          </a:p>
        </p:txBody>
      </p:sp>
      <p:sp>
        <p:nvSpPr>
          <p:cNvPr id="189442" name="Rectangle 2">
            <a:extLst>
              <a:ext uri="{FF2B5EF4-FFF2-40B4-BE49-F238E27FC236}">
                <a16:creationId xmlns:a16="http://schemas.microsoft.com/office/drawing/2014/main" id="{063D5AE1-0502-DF48-A685-B439E6737E97}"/>
              </a:ext>
            </a:extLst>
          </p:cNvPr>
          <p:cNvSpPr>
            <a:spLocks noGrp="1" noRot="1" noChangeAspect="1" noChangeArrowheads="1" noTextEdit="1"/>
          </p:cNvSpPr>
          <p:nvPr>
            <p:ph type="sldImg"/>
          </p:nvPr>
        </p:nvSpPr>
        <p:spPr>
          <a:ln/>
        </p:spPr>
      </p:sp>
      <p:sp>
        <p:nvSpPr>
          <p:cNvPr id="189443" name="Rectangle 3">
            <a:extLst>
              <a:ext uri="{FF2B5EF4-FFF2-40B4-BE49-F238E27FC236}">
                <a16:creationId xmlns:a16="http://schemas.microsoft.com/office/drawing/2014/main" id="{5EDC718D-B73D-AE4E-80EF-D6B310548BB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F40ABCA-F93C-3F44-AD5E-61E48F5BD443}"/>
              </a:ext>
            </a:extLst>
          </p:cNvPr>
          <p:cNvSpPr>
            <a:spLocks noGrp="1" noChangeArrowheads="1"/>
          </p:cNvSpPr>
          <p:nvPr>
            <p:ph type="sldNum" sz="quarter" idx="5"/>
          </p:nvPr>
        </p:nvSpPr>
        <p:spPr>
          <a:ln/>
        </p:spPr>
        <p:txBody>
          <a:bodyPr/>
          <a:lstStyle/>
          <a:p>
            <a:fld id="{B151C559-A530-C340-B65C-324FB4B5D383}" type="slidenum">
              <a:rPr lang="he-IL" altLang="en-US"/>
              <a:pPr/>
              <a:t>9</a:t>
            </a:fld>
            <a:endParaRPr lang="en-US" altLang="en-US"/>
          </a:p>
        </p:txBody>
      </p:sp>
      <p:sp>
        <p:nvSpPr>
          <p:cNvPr id="190466" name="Rectangle 2">
            <a:extLst>
              <a:ext uri="{FF2B5EF4-FFF2-40B4-BE49-F238E27FC236}">
                <a16:creationId xmlns:a16="http://schemas.microsoft.com/office/drawing/2014/main" id="{D07276D0-A631-FA4D-8BAB-43C67D90E475}"/>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id="{9A7594FF-1CF8-4443-92AA-28BF3368E46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22CAD1F-9600-D848-A44B-F75C64EA426A}"/>
              </a:ext>
            </a:extLst>
          </p:cNvPr>
          <p:cNvSpPr>
            <a:spLocks noGrp="1" noChangeArrowheads="1"/>
          </p:cNvSpPr>
          <p:nvPr>
            <p:ph type="sldNum" sz="quarter" idx="5"/>
          </p:nvPr>
        </p:nvSpPr>
        <p:spPr>
          <a:ln/>
        </p:spPr>
        <p:txBody>
          <a:bodyPr/>
          <a:lstStyle/>
          <a:p>
            <a:fld id="{B8B15239-DE0C-A14C-89D6-1D45C58A76F3}" type="slidenum">
              <a:rPr lang="he-IL" altLang="en-US"/>
              <a:pPr/>
              <a:t>10</a:t>
            </a:fld>
            <a:endParaRPr lang="en-US" altLang="en-US"/>
          </a:p>
        </p:txBody>
      </p:sp>
      <p:sp>
        <p:nvSpPr>
          <p:cNvPr id="191490" name="Rectangle 2">
            <a:extLst>
              <a:ext uri="{FF2B5EF4-FFF2-40B4-BE49-F238E27FC236}">
                <a16:creationId xmlns:a16="http://schemas.microsoft.com/office/drawing/2014/main" id="{83E9CD9C-5F98-CF43-9180-E6DBBD7CB581}"/>
              </a:ext>
            </a:extLst>
          </p:cNvPr>
          <p:cNvSpPr>
            <a:spLocks noGrp="1" noRot="1" noChangeAspect="1" noChangeArrowheads="1" noTextEdit="1"/>
          </p:cNvSpPr>
          <p:nvPr>
            <p:ph type="sldImg"/>
          </p:nvPr>
        </p:nvSpPr>
        <p:spPr>
          <a:ln/>
        </p:spPr>
      </p:sp>
      <p:sp>
        <p:nvSpPr>
          <p:cNvPr id="191491" name="Rectangle 3">
            <a:extLst>
              <a:ext uri="{FF2B5EF4-FFF2-40B4-BE49-F238E27FC236}">
                <a16:creationId xmlns:a16="http://schemas.microsoft.com/office/drawing/2014/main" id="{8741197C-FE6E-0744-83B4-225E2297FDA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D5177D1-CDF5-9E4A-9C8C-CE11C6167215}"/>
              </a:ext>
            </a:extLst>
          </p:cNvPr>
          <p:cNvSpPr>
            <a:spLocks noGrp="1" noChangeArrowheads="1"/>
          </p:cNvSpPr>
          <p:nvPr>
            <p:ph type="sldNum" sz="quarter" idx="5"/>
          </p:nvPr>
        </p:nvSpPr>
        <p:spPr>
          <a:ln/>
        </p:spPr>
        <p:txBody>
          <a:bodyPr/>
          <a:lstStyle/>
          <a:p>
            <a:fld id="{4853CA1F-0056-7648-8E67-DFA08A3827D4}" type="slidenum">
              <a:rPr lang="he-IL" altLang="en-US"/>
              <a:pPr/>
              <a:t>11</a:t>
            </a:fld>
            <a:endParaRPr lang="en-US" altLang="en-US"/>
          </a:p>
        </p:txBody>
      </p:sp>
      <p:sp>
        <p:nvSpPr>
          <p:cNvPr id="192514" name="Rectangle 2">
            <a:extLst>
              <a:ext uri="{FF2B5EF4-FFF2-40B4-BE49-F238E27FC236}">
                <a16:creationId xmlns:a16="http://schemas.microsoft.com/office/drawing/2014/main" id="{2E8B1432-71DD-2842-B5BE-B691F34BB768}"/>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726D442A-74E4-E845-B795-EC432790988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CAEE7E6-57A1-AA42-82BB-2DC826304F92}"/>
              </a:ext>
            </a:extLst>
          </p:cNvPr>
          <p:cNvSpPr>
            <a:spLocks noGrp="1" noChangeArrowheads="1"/>
          </p:cNvSpPr>
          <p:nvPr>
            <p:ph type="sldNum" sz="quarter" idx="5"/>
          </p:nvPr>
        </p:nvSpPr>
        <p:spPr>
          <a:ln/>
        </p:spPr>
        <p:txBody>
          <a:bodyPr/>
          <a:lstStyle/>
          <a:p>
            <a:fld id="{BB37B4EE-6C8F-144E-BDEF-D1C6B6A835EF}" type="slidenum">
              <a:rPr lang="he-IL" altLang="en-US"/>
              <a:pPr/>
              <a:t>12</a:t>
            </a:fld>
            <a:endParaRPr lang="en-US" altLang="en-US"/>
          </a:p>
        </p:txBody>
      </p:sp>
      <p:sp>
        <p:nvSpPr>
          <p:cNvPr id="193538" name="Rectangle 2">
            <a:extLst>
              <a:ext uri="{FF2B5EF4-FFF2-40B4-BE49-F238E27FC236}">
                <a16:creationId xmlns:a16="http://schemas.microsoft.com/office/drawing/2014/main" id="{C0F6F0DF-47B2-6448-A5BC-61A6D6805CA0}"/>
              </a:ext>
            </a:extLst>
          </p:cNvPr>
          <p:cNvSpPr>
            <a:spLocks noGrp="1" noRot="1" noChangeAspect="1" noChangeArrowheads="1" noTextEdit="1"/>
          </p:cNvSpPr>
          <p:nvPr>
            <p:ph type="sldImg"/>
          </p:nvPr>
        </p:nvSpPr>
        <p:spPr>
          <a:ln/>
        </p:spPr>
      </p:sp>
      <p:sp>
        <p:nvSpPr>
          <p:cNvPr id="193539" name="Rectangle 3">
            <a:extLst>
              <a:ext uri="{FF2B5EF4-FFF2-40B4-BE49-F238E27FC236}">
                <a16:creationId xmlns:a16="http://schemas.microsoft.com/office/drawing/2014/main" id="{DF0247BC-7A7E-4245-83E5-0985E029426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5176CEB-E367-2149-A31A-E7EFDBB2DB52}"/>
              </a:ext>
            </a:extLst>
          </p:cNvPr>
          <p:cNvSpPr>
            <a:spLocks noGrp="1" noChangeArrowheads="1"/>
          </p:cNvSpPr>
          <p:nvPr>
            <p:ph type="sldNum" sz="quarter" idx="5"/>
          </p:nvPr>
        </p:nvSpPr>
        <p:spPr>
          <a:ln/>
        </p:spPr>
        <p:txBody>
          <a:bodyPr/>
          <a:lstStyle/>
          <a:p>
            <a:fld id="{CE508943-337F-934D-A115-CDC8E200B6F0}" type="slidenum">
              <a:rPr lang="he-IL" altLang="en-US"/>
              <a:pPr/>
              <a:t>13</a:t>
            </a:fld>
            <a:endParaRPr lang="en-US" altLang="en-US"/>
          </a:p>
        </p:txBody>
      </p:sp>
      <p:sp>
        <p:nvSpPr>
          <p:cNvPr id="194562" name="Rectangle 2">
            <a:extLst>
              <a:ext uri="{FF2B5EF4-FFF2-40B4-BE49-F238E27FC236}">
                <a16:creationId xmlns:a16="http://schemas.microsoft.com/office/drawing/2014/main" id="{51C6CAD0-12A6-F342-B511-1122ABE9790D}"/>
              </a:ext>
            </a:extLst>
          </p:cNvPr>
          <p:cNvSpPr>
            <a:spLocks noGrp="1" noRot="1" noChangeAspect="1" noChangeArrowheads="1" noTextEdit="1"/>
          </p:cNvSpPr>
          <p:nvPr>
            <p:ph type="sldImg"/>
          </p:nvPr>
        </p:nvSpPr>
        <p:spPr>
          <a:ln/>
        </p:spPr>
      </p:sp>
      <p:sp>
        <p:nvSpPr>
          <p:cNvPr id="194563" name="Rectangle 3">
            <a:extLst>
              <a:ext uri="{FF2B5EF4-FFF2-40B4-BE49-F238E27FC236}">
                <a16:creationId xmlns:a16="http://schemas.microsoft.com/office/drawing/2014/main" id="{C5278AF0-8797-914B-8870-9FA9DDF85B5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7B14865-36B5-B44B-8E92-6834318644EF}"/>
              </a:ext>
            </a:extLst>
          </p:cNvPr>
          <p:cNvSpPr>
            <a:spLocks noGrp="1" noChangeArrowheads="1"/>
          </p:cNvSpPr>
          <p:nvPr>
            <p:ph type="sldNum" sz="quarter" idx="5"/>
          </p:nvPr>
        </p:nvSpPr>
        <p:spPr>
          <a:ln/>
        </p:spPr>
        <p:txBody>
          <a:bodyPr/>
          <a:lstStyle/>
          <a:p>
            <a:fld id="{60D85EF3-DAEF-D244-BE94-A262DD8BA95E}" type="slidenum">
              <a:rPr lang="he-IL" altLang="en-US"/>
              <a:pPr/>
              <a:t>14</a:t>
            </a:fld>
            <a:endParaRPr lang="en-US" altLang="en-US"/>
          </a:p>
        </p:txBody>
      </p:sp>
      <p:sp>
        <p:nvSpPr>
          <p:cNvPr id="195586" name="Rectangle 2">
            <a:extLst>
              <a:ext uri="{FF2B5EF4-FFF2-40B4-BE49-F238E27FC236}">
                <a16:creationId xmlns:a16="http://schemas.microsoft.com/office/drawing/2014/main" id="{01819AC9-7361-A049-8715-4F7A4BC0AF21}"/>
              </a:ext>
            </a:extLst>
          </p:cNvPr>
          <p:cNvSpPr>
            <a:spLocks noGrp="1" noRot="1" noChangeAspect="1" noChangeArrowheads="1" noTextEdit="1"/>
          </p:cNvSpPr>
          <p:nvPr>
            <p:ph type="sldImg"/>
          </p:nvPr>
        </p:nvSpPr>
        <p:spPr>
          <a:ln/>
        </p:spPr>
      </p:sp>
      <p:sp>
        <p:nvSpPr>
          <p:cNvPr id="195587" name="Rectangle 3">
            <a:extLst>
              <a:ext uri="{FF2B5EF4-FFF2-40B4-BE49-F238E27FC236}">
                <a16:creationId xmlns:a16="http://schemas.microsoft.com/office/drawing/2014/main" id="{D661582D-7DD5-3046-8A30-C55ED629911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47CEC1C-096C-FB4F-8946-317A8F187B97}"/>
              </a:ext>
            </a:extLst>
          </p:cNvPr>
          <p:cNvSpPr>
            <a:spLocks noGrp="1" noChangeArrowheads="1"/>
          </p:cNvSpPr>
          <p:nvPr>
            <p:ph type="sldNum" sz="quarter" idx="5"/>
          </p:nvPr>
        </p:nvSpPr>
        <p:spPr>
          <a:ln/>
        </p:spPr>
        <p:txBody>
          <a:bodyPr/>
          <a:lstStyle/>
          <a:p>
            <a:fld id="{0ED5A25D-26D6-3E47-90F0-83E8F273F4E2}" type="slidenum">
              <a:rPr lang="he-IL" altLang="en-US"/>
              <a:pPr/>
              <a:t>15</a:t>
            </a:fld>
            <a:endParaRPr lang="en-US" altLang="en-US"/>
          </a:p>
        </p:txBody>
      </p:sp>
      <p:sp>
        <p:nvSpPr>
          <p:cNvPr id="196610" name="Rectangle 2">
            <a:extLst>
              <a:ext uri="{FF2B5EF4-FFF2-40B4-BE49-F238E27FC236}">
                <a16:creationId xmlns:a16="http://schemas.microsoft.com/office/drawing/2014/main" id="{354AA9D1-38DC-4F4F-B0B3-3F06C373E4A2}"/>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2F1B8B1F-C26C-8842-9593-776B5621D1B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7D0DF26-43A9-8D4B-BA07-2233540D39B4}"/>
              </a:ext>
            </a:extLst>
          </p:cNvPr>
          <p:cNvSpPr>
            <a:spLocks noGrp="1" noChangeArrowheads="1"/>
          </p:cNvSpPr>
          <p:nvPr>
            <p:ph type="sldNum" sz="quarter" idx="5"/>
          </p:nvPr>
        </p:nvSpPr>
        <p:spPr>
          <a:ln/>
        </p:spPr>
        <p:txBody>
          <a:bodyPr/>
          <a:lstStyle/>
          <a:p>
            <a:fld id="{6FDEE2B8-E7B0-4B42-A71A-8CB20B5E5749}" type="slidenum">
              <a:rPr lang="he-IL" altLang="en-US"/>
              <a:pPr/>
              <a:t>16</a:t>
            </a:fld>
            <a:endParaRPr lang="en-US" altLang="en-US"/>
          </a:p>
        </p:txBody>
      </p:sp>
      <p:sp>
        <p:nvSpPr>
          <p:cNvPr id="197634" name="Rectangle 2">
            <a:extLst>
              <a:ext uri="{FF2B5EF4-FFF2-40B4-BE49-F238E27FC236}">
                <a16:creationId xmlns:a16="http://schemas.microsoft.com/office/drawing/2014/main" id="{39056EF3-5467-D747-841E-8DB62B6F82F4}"/>
              </a:ext>
            </a:extLst>
          </p:cNvPr>
          <p:cNvSpPr>
            <a:spLocks noGrp="1" noRot="1" noChangeAspect="1" noChangeArrowheads="1" noTextEdit="1"/>
          </p:cNvSpPr>
          <p:nvPr>
            <p:ph type="sldImg"/>
          </p:nvPr>
        </p:nvSpPr>
        <p:spPr>
          <a:ln/>
        </p:spPr>
      </p:sp>
      <p:sp>
        <p:nvSpPr>
          <p:cNvPr id="197635" name="Rectangle 3">
            <a:extLst>
              <a:ext uri="{FF2B5EF4-FFF2-40B4-BE49-F238E27FC236}">
                <a16:creationId xmlns:a16="http://schemas.microsoft.com/office/drawing/2014/main" id="{FA6E63A1-4C18-DC46-A947-16770504B73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F9A32BD-58B6-004D-9BA9-E8A7F77C7047}"/>
              </a:ext>
            </a:extLst>
          </p:cNvPr>
          <p:cNvSpPr>
            <a:spLocks noGrp="1" noChangeArrowheads="1"/>
          </p:cNvSpPr>
          <p:nvPr>
            <p:ph type="sldNum" sz="quarter" idx="5"/>
          </p:nvPr>
        </p:nvSpPr>
        <p:spPr>
          <a:ln/>
        </p:spPr>
        <p:txBody>
          <a:bodyPr/>
          <a:lstStyle/>
          <a:p>
            <a:fld id="{2ED27F70-AD0D-104E-993F-7A3601F1962B}" type="slidenum">
              <a:rPr lang="he-IL" altLang="en-US"/>
              <a:pPr/>
              <a:t>17</a:t>
            </a:fld>
            <a:endParaRPr lang="en-US" altLang="en-US"/>
          </a:p>
        </p:txBody>
      </p:sp>
      <p:sp>
        <p:nvSpPr>
          <p:cNvPr id="198658" name="Rectangle 2">
            <a:extLst>
              <a:ext uri="{FF2B5EF4-FFF2-40B4-BE49-F238E27FC236}">
                <a16:creationId xmlns:a16="http://schemas.microsoft.com/office/drawing/2014/main" id="{483A97E1-0A25-FF4C-AE7A-0A3268DECD77}"/>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DB73698F-F48C-0444-8F08-72E6805E98C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E5E6A5B-7D07-9141-93E6-66F5FA13CED8}"/>
              </a:ext>
            </a:extLst>
          </p:cNvPr>
          <p:cNvSpPr>
            <a:spLocks noGrp="1" noChangeArrowheads="1"/>
          </p:cNvSpPr>
          <p:nvPr>
            <p:ph type="sldNum" sz="quarter" idx="5"/>
          </p:nvPr>
        </p:nvSpPr>
        <p:spPr>
          <a:ln/>
        </p:spPr>
        <p:txBody>
          <a:bodyPr/>
          <a:lstStyle/>
          <a:p>
            <a:fld id="{72E475B6-A521-2248-B373-0430F08E441D}" type="slidenum">
              <a:rPr lang="he-IL" altLang="en-US"/>
              <a:pPr/>
              <a:t>18</a:t>
            </a:fld>
            <a:endParaRPr lang="en-US" altLang="en-US"/>
          </a:p>
        </p:txBody>
      </p:sp>
      <p:sp>
        <p:nvSpPr>
          <p:cNvPr id="199682" name="Rectangle 2">
            <a:extLst>
              <a:ext uri="{FF2B5EF4-FFF2-40B4-BE49-F238E27FC236}">
                <a16:creationId xmlns:a16="http://schemas.microsoft.com/office/drawing/2014/main" id="{1F037219-EB27-DA4F-8C3A-D98EB13DA71A}"/>
              </a:ext>
            </a:extLst>
          </p:cNvPr>
          <p:cNvSpPr>
            <a:spLocks noGrp="1" noRot="1" noChangeAspect="1" noChangeArrowheads="1" noTextEdit="1"/>
          </p:cNvSpPr>
          <p:nvPr>
            <p:ph type="sldImg"/>
          </p:nvPr>
        </p:nvSpPr>
        <p:spPr>
          <a:ln/>
        </p:spPr>
      </p:sp>
      <p:sp>
        <p:nvSpPr>
          <p:cNvPr id="199683" name="Rectangle 3">
            <a:extLst>
              <a:ext uri="{FF2B5EF4-FFF2-40B4-BE49-F238E27FC236}">
                <a16:creationId xmlns:a16="http://schemas.microsoft.com/office/drawing/2014/main" id="{0DF6D9D6-D9D7-DE4E-88A5-F94CFEBFFF3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67865B6-0E83-2641-95C1-846B48C8C543}"/>
              </a:ext>
            </a:extLst>
          </p:cNvPr>
          <p:cNvSpPr>
            <a:spLocks noGrp="1" noChangeArrowheads="1"/>
          </p:cNvSpPr>
          <p:nvPr>
            <p:ph type="sldNum" sz="quarter" idx="5"/>
          </p:nvPr>
        </p:nvSpPr>
        <p:spPr>
          <a:ln/>
        </p:spPr>
        <p:txBody>
          <a:bodyPr/>
          <a:lstStyle/>
          <a:p>
            <a:fld id="{C33F8D64-7E51-E740-A95A-1BCB5723DE99}" type="slidenum">
              <a:rPr lang="he-IL" altLang="en-US"/>
              <a:pPr/>
              <a:t>19</a:t>
            </a:fld>
            <a:endParaRPr lang="en-US" altLang="en-US"/>
          </a:p>
        </p:txBody>
      </p:sp>
      <p:sp>
        <p:nvSpPr>
          <p:cNvPr id="200706" name="Rectangle 2">
            <a:extLst>
              <a:ext uri="{FF2B5EF4-FFF2-40B4-BE49-F238E27FC236}">
                <a16:creationId xmlns:a16="http://schemas.microsoft.com/office/drawing/2014/main" id="{72E70813-14D5-4D42-A9C2-D07115E6EC9D}"/>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69D9FAD1-F583-ED4C-8133-790CCEB74C2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A2E9D95-D72D-564D-A016-D76F39554CC7}"/>
              </a:ext>
            </a:extLst>
          </p:cNvPr>
          <p:cNvSpPr>
            <a:spLocks noGrp="1" noChangeArrowheads="1"/>
          </p:cNvSpPr>
          <p:nvPr>
            <p:ph type="sldNum" sz="quarter" idx="5"/>
          </p:nvPr>
        </p:nvSpPr>
        <p:spPr>
          <a:ln/>
        </p:spPr>
        <p:txBody>
          <a:bodyPr/>
          <a:lstStyle/>
          <a:p>
            <a:fld id="{4112303E-2EB7-AA41-A105-9685356D2B0B}" type="slidenum">
              <a:rPr lang="he-IL" altLang="en-US"/>
              <a:pPr/>
              <a:t>20</a:t>
            </a:fld>
            <a:endParaRPr lang="en-US" altLang="en-US"/>
          </a:p>
        </p:txBody>
      </p:sp>
      <p:sp>
        <p:nvSpPr>
          <p:cNvPr id="201730" name="Rectangle 2">
            <a:extLst>
              <a:ext uri="{FF2B5EF4-FFF2-40B4-BE49-F238E27FC236}">
                <a16:creationId xmlns:a16="http://schemas.microsoft.com/office/drawing/2014/main" id="{3D448BE4-07ED-E542-B7A9-CB166A069764}"/>
              </a:ext>
            </a:extLst>
          </p:cNvPr>
          <p:cNvSpPr>
            <a:spLocks noGrp="1" noRot="1" noChangeAspect="1" noChangeArrowheads="1" noTextEdit="1"/>
          </p:cNvSpPr>
          <p:nvPr>
            <p:ph type="sldImg"/>
          </p:nvPr>
        </p:nvSpPr>
        <p:spPr>
          <a:ln/>
        </p:spPr>
      </p:sp>
      <p:sp>
        <p:nvSpPr>
          <p:cNvPr id="201731" name="Rectangle 3">
            <a:extLst>
              <a:ext uri="{FF2B5EF4-FFF2-40B4-BE49-F238E27FC236}">
                <a16:creationId xmlns:a16="http://schemas.microsoft.com/office/drawing/2014/main" id="{D87A5A04-7160-2142-AA7F-AFC4E2FA442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BC9F274-3ACF-AE44-877A-EE5486120346}"/>
              </a:ext>
            </a:extLst>
          </p:cNvPr>
          <p:cNvSpPr>
            <a:spLocks noGrp="1" noChangeArrowheads="1"/>
          </p:cNvSpPr>
          <p:nvPr>
            <p:ph type="sldNum" sz="quarter" idx="5"/>
          </p:nvPr>
        </p:nvSpPr>
        <p:spPr>
          <a:ln/>
        </p:spPr>
        <p:txBody>
          <a:bodyPr/>
          <a:lstStyle/>
          <a:p>
            <a:fld id="{69046122-F380-654A-9A55-25C94E0D843F}" type="slidenum">
              <a:rPr lang="he-IL" altLang="en-US"/>
              <a:pPr/>
              <a:t>21</a:t>
            </a:fld>
            <a:endParaRPr lang="en-US" altLang="en-US"/>
          </a:p>
        </p:txBody>
      </p:sp>
      <p:sp>
        <p:nvSpPr>
          <p:cNvPr id="202754" name="Rectangle 2">
            <a:extLst>
              <a:ext uri="{FF2B5EF4-FFF2-40B4-BE49-F238E27FC236}">
                <a16:creationId xmlns:a16="http://schemas.microsoft.com/office/drawing/2014/main" id="{678F2C6D-B597-DF47-8E03-A21B63ADAF8B}"/>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A715A2B4-54DC-7E43-86DF-843633D031E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C718992-C593-A543-9642-21FF343A4539}"/>
              </a:ext>
            </a:extLst>
          </p:cNvPr>
          <p:cNvSpPr>
            <a:spLocks noGrp="1" noChangeArrowheads="1"/>
          </p:cNvSpPr>
          <p:nvPr>
            <p:ph type="sldNum" sz="quarter" idx="5"/>
          </p:nvPr>
        </p:nvSpPr>
        <p:spPr>
          <a:ln/>
        </p:spPr>
        <p:txBody>
          <a:bodyPr/>
          <a:lstStyle/>
          <a:p>
            <a:fld id="{5DCB8593-98F0-0340-B6D4-8F16DF6DCC00}" type="slidenum">
              <a:rPr lang="he-IL" altLang="en-US"/>
              <a:pPr/>
              <a:t>22</a:t>
            </a:fld>
            <a:endParaRPr lang="en-US" altLang="en-US"/>
          </a:p>
        </p:txBody>
      </p:sp>
      <p:sp>
        <p:nvSpPr>
          <p:cNvPr id="203778" name="Rectangle 2">
            <a:extLst>
              <a:ext uri="{FF2B5EF4-FFF2-40B4-BE49-F238E27FC236}">
                <a16:creationId xmlns:a16="http://schemas.microsoft.com/office/drawing/2014/main" id="{69D824AB-1B56-3A4E-8727-2AB55C623A0D}"/>
              </a:ext>
            </a:extLst>
          </p:cNvPr>
          <p:cNvSpPr>
            <a:spLocks noGrp="1" noRot="1" noChangeAspect="1" noChangeArrowheads="1" noTextEdit="1"/>
          </p:cNvSpPr>
          <p:nvPr>
            <p:ph type="sldImg"/>
          </p:nvPr>
        </p:nvSpPr>
        <p:spPr>
          <a:ln/>
        </p:spPr>
      </p:sp>
      <p:sp>
        <p:nvSpPr>
          <p:cNvPr id="203779" name="Rectangle 3">
            <a:extLst>
              <a:ext uri="{FF2B5EF4-FFF2-40B4-BE49-F238E27FC236}">
                <a16:creationId xmlns:a16="http://schemas.microsoft.com/office/drawing/2014/main" id="{2C1C6E86-A409-1549-A564-F06C931E322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972492-C224-1C47-8416-F3889E269114}"/>
              </a:ext>
            </a:extLst>
          </p:cNvPr>
          <p:cNvSpPr>
            <a:spLocks noGrp="1" noChangeArrowheads="1"/>
          </p:cNvSpPr>
          <p:nvPr>
            <p:ph type="sldNum" sz="quarter" idx="5"/>
          </p:nvPr>
        </p:nvSpPr>
        <p:spPr>
          <a:ln/>
        </p:spPr>
        <p:txBody>
          <a:bodyPr/>
          <a:lstStyle/>
          <a:p>
            <a:fld id="{9CA0ADE0-712F-F641-894F-985E2EE19EA5}" type="slidenum">
              <a:rPr lang="he-IL" altLang="en-US"/>
              <a:pPr/>
              <a:t>23</a:t>
            </a:fld>
            <a:endParaRPr lang="en-US" altLang="en-US"/>
          </a:p>
        </p:txBody>
      </p:sp>
      <p:sp>
        <p:nvSpPr>
          <p:cNvPr id="204802" name="Rectangle 2">
            <a:extLst>
              <a:ext uri="{FF2B5EF4-FFF2-40B4-BE49-F238E27FC236}">
                <a16:creationId xmlns:a16="http://schemas.microsoft.com/office/drawing/2014/main" id="{C241945B-D183-1F45-814F-AA93ACFA73CD}"/>
              </a:ext>
            </a:extLst>
          </p:cNvPr>
          <p:cNvSpPr>
            <a:spLocks noGrp="1" noRot="1" noChangeAspect="1" noChangeArrowheads="1" noTextEdit="1"/>
          </p:cNvSpPr>
          <p:nvPr>
            <p:ph type="sldImg"/>
          </p:nvPr>
        </p:nvSpPr>
        <p:spPr>
          <a:ln/>
        </p:spPr>
      </p:sp>
      <p:sp>
        <p:nvSpPr>
          <p:cNvPr id="204803" name="Rectangle 3">
            <a:extLst>
              <a:ext uri="{FF2B5EF4-FFF2-40B4-BE49-F238E27FC236}">
                <a16:creationId xmlns:a16="http://schemas.microsoft.com/office/drawing/2014/main" id="{F4F8398F-C5FE-3B4E-996B-3BEFFEFB529E}"/>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278D89-F9AB-644B-94E5-EC712DCB2D19}"/>
              </a:ext>
            </a:extLst>
          </p:cNvPr>
          <p:cNvSpPr>
            <a:spLocks noGrp="1" noChangeArrowheads="1"/>
          </p:cNvSpPr>
          <p:nvPr>
            <p:ph type="sldNum" sz="quarter" idx="5"/>
          </p:nvPr>
        </p:nvSpPr>
        <p:spPr>
          <a:ln/>
        </p:spPr>
        <p:txBody>
          <a:bodyPr/>
          <a:lstStyle/>
          <a:p>
            <a:fld id="{4A11C6D8-59AD-6045-9D8E-19FE258CAAD6}" type="slidenum">
              <a:rPr lang="he-IL" altLang="en-US"/>
              <a:pPr/>
              <a:t>24</a:t>
            </a:fld>
            <a:endParaRPr lang="en-US" altLang="en-US"/>
          </a:p>
        </p:txBody>
      </p:sp>
      <p:sp>
        <p:nvSpPr>
          <p:cNvPr id="205826" name="Rectangle 2">
            <a:extLst>
              <a:ext uri="{FF2B5EF4-FFF2-40B4-BE49-F238E27FC236}">
                <a16:creationId xmlns:a16="http://schemas.microsoft.com/office/drawing/2014/main" id="{69FFC145-6D20-224F-9B6A-F985FC54B6F6}"/>
              </a:ext>
            </a:extLst>
          </p:cNvPr>
          <p:cNvSpPr>
            <a:spLocks noGrp="1" noRot="1" noChangeAspect="1" noChangeArrowheads="1" noTextEdit="1"/>
          </p:cNvSpPr>
          <p:nvPr>
            <p:ph type="sldImg"/>
          </p:nvPr>
        </p:nvSpPr>
        <p:spPr>
          <a:ln/>
        </p:spPr>
      </p:sp>
      <p:sp>
        <p:nvSpPr>
          <p:cNvPr id="205827" name="Rectangle 3">
            <a:extLst>
              <a:ext uri="{FF2B5EF4-FFF2-40B4-BE49-F238E27FC236}">
                <a16:creationId xmlns:a16="http://schemas.microsoft.com/office/drawing/2014/main" id="{978C83FF-C9DB-EE41-A013-FFD59491A6E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6BAD9E-59A9-284F-A158-4E48117E2AAE}"/>
              </a:ext>
            </a:extLst>
          </p:cNvPr>
          <p:cNvSpPr>
            <a:spLocks noGrp="1" noChangeArrowheads="1"/>
          </p:cNvSpPr>
          <p:nvPr>
            <p:ph type="sldNum" sz="quarter" idx="5"/>
          </p:nvPr>
        </p:nvSpPr>
        <p:spPr>
          <a:ln/>
        </p:spPr>
        <p:txBody>
          <a:bodyPr/>
          <a:lstStyle/>
          <a:p>
            <a:fld id="{7A105723-1690-D840-AF87-7B5D1C2DADA9}" type="slidenum">
              <a:rPr lang="he-IL" altLang="en-US"/>
              <a:pPr/>
              <a:t>25</a:t>
            </a:fld>
            <a:endParaRPr lang="en-US" altLang="en-US"/>
          </a:p>
        </p:txBody>
      </p:sp>
      <p:sp>
        <p:nvSpPr>
          <p:cNvPr id="206850" name="Rectangle 2">
            <a:extLst>
              <a:ext uri="{FF2B5EF4-FFF2-40B4-BE49-F238E27FC236}">
                <a16:creationId xmlns:a16="http://schemas.microsoft.com/office/drawing/2014/main" id="{0D76CE7A-5EA5-2146-ACE2-E6DEC1CD4999}"/>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D08EBF5F-EB13-474E-B9CD-071EB261920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85D6525-A533-484A-AFAD-0FA915839829}"/>
              </a:ext>
            </a:extLst>
          </p:cNvPr>
          <p:cNvSpPr>
            <a:spLocks noGrp="1" noChangeArrowheads="1"/>
          </p:cNvSpPr>
          <p:nvPr>
            <p:ph type="sldNum" sz="quarter" idx="5"/>
          </p:nvPr>
        </p:nvSpPr>
        <p:spPr>
          <a:ln/>
        </p:spPr>
        <p:txBody>
          <a:bodyPr/>
          <a:lstStyle/>
          <a:p>
            <a:fld id="{61F8C3BF-12E7-A740-BED3-5BAF270E19E3}" type="slidenum">
              <a:rPr lang="he-IL" altLang="en-US"/>
              <a:pPr/>
              <a:t>26</a:t>
            </a:fld>
            <a:endParaRPr lang="en-US" altLang="en-US"/>
          </a:p>
        </p:txBody>
      </p:sp>
      <p:sp>
        <p:nvSpPr>
          <p:cNvPr id="207874" name="Rectangle 2">
            <a:extLst>
              <a:ext uri="{FF2B5EF4-FFF2-40B4-BE49-F238E27FC236}">
                <a16:creationId xmlns:a16="http://schemas.microsoft.com/office/drawing/2014/main" id="{49C6F7D7-DA18-5148-AB85-743C2EC1ED29}"/>
              </a:ext>
            </a:extLst>
          </p:cNvPr>
          <p:cNvSpPr>
            <a:spLocks noGrp="1" noRot="1" noChangeAspect="1" noChangeArrowheads="1" noTextEdit="1"/>
          </p:cNvSpPr>
          <p:nvPr>
            <p:ph type="sldImg"/>
          </p:nvPr>
        </p:nvSpPr>
        <p:spPr>
          <a:ln/>
        </p:spPr>
      </p:sp>
      <p:sp>
        <p:nvSpPr>
          <p:cNvPr id="207875" name="Rectangle 3">
            <a:extLst>
              <a:ext uri="{FF2B5EF4-FFF2-40B4-BE49-F238E27FC236}">
                <a16:creationId xmlns:a16="http://schemas.microsoft.com/office/drawing/2014/main" id="{911C1CBD-DB72-8B47-BACA-086C51B72E5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61404E2-2F0B-424B-BC1D-B2134C35CE71}"/>
              </a:ext>
            </a:extLst>
          </p:cNvPr>
          <p:cNvSpPr>
            <a:spLocks noGrp="1" noChangeArrowheads="1"/>
          </p:cNvSpPr>
          <p:nvPr>
            <p:ph type="sldNum" sz="quarter" idx="5"/>
          </p:nvPr>
        </p:nvSpPr>
        <p:spPr>
          <a:ln/>
        </p:spPr>
        <p:txBody>
          <a:bodyPr/>
          <a:lstStyle/>
          <a:p>
            <a:fld id="{54147D83-E6B3-AB46-86ED-3AE6FB9E57CB}" type="slidenum">
              <a:rPr lang="he-IL" altLang="en-US"/>
              <a:pPr/>
              <a:t>27</a:t>
            </a:fld>
            <a:endParaRPr lang="en-US" altLang="en-US"/>
          </a:p>
        </p:txBody>
      </p:sp>
      <p:sp>
        <p:nvSpPr>
          <p:cNvPr id="208898" name="Rectangle 2">
            <a:extLst>
              <a:ext uri="{FF2B5EF4-FFF2-40B4-BE49-F238E27FC236}">
                <a16:creationId xmlns:a16="http://schemas.microsoft.com/office/drawing/2014/main" id="{4506E6FC-4F2D-504D-86F9-4C66C14C7F6E}"/>
              </a:ext>
            </a:extLst>
          </p:cNvPr>
          <p:cNvSpPr>
            <a:spLocks noGrp="1" noRot="1" noChangeAspect="1" noChangeArrowheads="1" noTextEdit="1"/>
          </p:cNvSpPr>
          <p:nvPr>
            <p:ph type="sldImg"/>
          </p:nvPr>
        </p:nvSpPr>
        <p:spPr>
          <a:ln/>
        </p:spPr>
      </p:sp>
      <p:sp>
        <p:nvSpPr>
          <p:cNvPr id="208899" name="Rectangle 3">
            <a:extLst>
              <a:ext uri="{FF2B5EF4-FFF2-40B4-BE49-F238E27FC236}">
                <a16:creationId xmlns:a16="http://schemas.microsoft.com/office/drawing/2014/main" id="{1C10123D-F720-3E4E-AC95-CFA56B9C388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4082C17-01A1-064B-92E8-FF82763C6E3F}"/>
              </a:ext>
            </a:extLst>
          </p:cNvPr>
          <p:cNvSpPr>
            <a:spLocks noGrp="1" noChangeArrowheads="1"/>
          </p:cNvSpPr>
          <p:nvPr>
            <p:ph type="sldNum" sz="quarter" idx="5"/>
          </p:nvPr>
        </p:nvSpPr>
        <p:spPr>
          <a:ln/>
        </p:spPr>
        <p:txBody>
          <a:bodyPr/>
          <a:lstStyle/>
          <a:p>
            <a:fld id="{9AF39E4A-7727-BE4C-A7DF-C821260D29E4}" type="slidenum">
              <a:rPr lang="he-IL" altLang="en-US"/>
              <a:pPr/>
              <a:t>28</a:t>
            </a:fld>
            <a:endParaRPr lang="en-US" altLang="en-US"/>
          </a:p>
        </p:txBody>
      </p:sp>
      <p:sp>
        <p:nvSpPr>
          <p:cNvPr id="209922" name="Rectangle 2">
            <a:extLst>
              <a:ext uri="{FF2B5EF4-FFF2-40B4-BE49-F238E27FC236}">
                <a16:creationId xmlns:a16="http://schemas.microsoft.com/office/drawing/2014/main" id="{73DEFE39-0248-5F4E-AFEE-B0BFE697BB13}"/>
              </a:ext>
            </a:extLst>
          </p:cNvPr>
          <p:cNvSpPr>
            <a:spLocks noGrp="1" noRot="1" noChangeAspect="1" noChangeArrowheads="1" noTextEdit="1"/>
          </p:cNvSpPr>
          <p:nvPr>
            <p:ph type="sldImg"/>
          </p:nvPr>
        </p:nvSpPr>
        <p:spPr>
          <a:ln/>
        </p:spPr>
      </p:sp>
      <p:sp>
        <p:nvSpPr>
          <p:cNvPr id="209923" name="Rectangle 3">
            <a:extLst>
              <a:ext uri="{FF2B5EF4-FFF2-40B4-BE49-F238E27FC236}">
                <a16:creationId xmlns:a16="http://schemas.microsoft.com/office/drawing/2014/main" id="{9480B826-C11F-E04E-92AB-7FD2BB09E67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ECD9FCC-1C86-D14B-97C6-BD4F4083FA01}"/>
              </a:ext>
            </a:extLst>
          </p:cNvPr>
          <p:cNvSpPr>
            <a:spLocks noGrp="1" noChangeArrowheads="1"/>
          </p:cNvSpPr>
          <p:nvPr>
            <p:ph type="sldNum" sz="quarter" idx="5"/>
          </p:nvPr>
        </p:nvSpPr>
        <p:spPr>
          <a:ln/>
        </p:spPr>
        <p:txBody>
          <a:bodyPr/>
          <a:lstStyle/>
          <a:p>
            <a:fld id="{6B727A2C-E1D2-5A45-B10C-62C6C3656E3C}" type="slidenum">
              <a:rPr lang="he-IL" altLang="en-US"/>
              <a:pPr/>
              <a:t>29</a:t>
            </a:fld>
            <a:endParaRPr lang="en-US" altLang="en-US"/>
          </a:p>
        </p:txBody>
      </p:sp>
      <p:sp>
        <p:nvSpPr>
          <p:cNvPr id="210946" name="Rectangle 2">
            <a:extLst>
              <a:ext uri="{FF2B5EF4-FFF2-40B4-BE49-F238E27FC236}">
                <a16:creationId xmlns:a16="http://schemas.microsoft.com/office/drawing/2014/main" id="{221DFBF3-264E-4F4D-B15B-9850A320DF37}"/>
              </a:ext>
            </a:extLst>
          </p:cNvPr>
          <p:cNvSpPr>
            <a:spLocks noGrp="1" noRot="1" noChangeAspect="1" noChangeArrowheads="1" noTextEdit="1"/>
          </p:cNvSpPr>
          <p:nvPr>
            <p:ph type="sldImg"/>
          </p:nvPr>
        </p:nvSpPr>
        <p:spPr>
          <a:ln/>
        </p:spPr>
      </p:sp>
      <p:sp>
        <p:nvSpPr>
          <p:cNvPr id="210947" name="Rectangle 3">
            <a:extLst>
              <a:ext uri="{FF2B5EF4-FFF2-40B4-BE49-F238E27FC236}">
                <a16:creationId xmlns:a16="http://schemas.microsoft.com/office/drawing/2014/main" id="{1942E307-EBC1-704E-8A1A-E7E83474061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2272B3-B278-5444-B549-3277B94EED35}"/>
              </a:ext>
            </a:extLst>
          </p:cNvPr>
          <p:cNvSpPr>
            <a:spLocks noGrp="1" noChangeArrowheads="1"/>
          </p:cNvSpPr>
          <p:nvPr>
            <p:ph type="sldNum" sz="quarter" idx="5"/>
          </p:nvPr>
        </p:nvSpPr>
        <p:spPr>
          <a:ln/>
        </p:spPr>
        <p:txBody>
          <a:bodyPr/>
          <a:lstStyle/>
          <a:p>
            <a:fld id="{2B95F517-14A3-DE48-929B-1431F6CF46C8}" type="slidenum">
              <a:rPr lang="he-IL" altLang="en-US"/>
              <a:pPr/>
              <a:t>30</a:t>
            </a:fld>
            <a:endParaRPr lang="en-US" altLang="en-US"/>
          </a:p>
        </p:txBody>
      </p:sp>
      <p:sp>
        <p:nvSpPr>
          <p:cNvPr id="211970" name="Rectangle 2">
            <a:extLst>
              <a:ext uri="{FF2B5EF4-FFF2-40B4-BE49-F238E27FC236}">
                <a16:creationId xmlns:a16="http://schemas.microsoft.com/office/drawing/2014/main" id="{E3158BDB-5787-7842-B9D3-C1919183B411}"/>
              </a:ext>
            </a:extLst>
          </p:cNvPr>
          <p:cNvSpPr>
            <a:spLocks noGrp="1" noRot="1" noChangeAspect="1" noChangeArrowheads="1" noTextEdit="1"/>
          </p:cNvSpPr>
          <p:nvPr>
            <p:ph type="sldImg"/>
          </p:nvPr>
        </p:nvSpPr>
        <p:spPr>
          <a:ln/>
        </p:spPr>
      </p:sp>
      <p:sp>
        <p:nvSpPr>
          <p:cNvPr id="211971" name="Rectangle 3">
            <a:extLst>
              <a:ext uri="{FF2B5EF4-FFF2-40B4-BE49-F238E27FC236}">
                <a16:creationId xmlns:a16="http://schemas.microsoft.com/office/drawing/2014/main" id="{9B80687B-7263-9742-BB23-5202C0EB55C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885042E-C30D-F246-9342-4C3F42906505}"/>
              </a:ext>
            </a:extLst>
          </p:cNvPr>
          <p:cNvSpPr>
            <a:spLocks noGrp="1" noChangeArrowheads="1"/>
          </p:cNvSpPr>
          <p:nvPr>
            <p:ph type="sldNum" sz="quarter" idx="5"/>
          </p:nvPr>
        </p:nvSpPr>
        <p:spPr>
          <a:ln/>
        </p:spPr>
        <p:txBody>
          <a:bodyPr/>
          <a:lstStyle/>
          <a:p>
            <a:fld id="{FFE0BAA0-4D81-974F-B7B2-C5A9E7E610BF}" type="slidenum">
              <a:rPr lang="he-IL" altLang="en-US"/>
              <a:pPr/>
              <a:t>31</a:t>
            </a:fld>
            <a:endParaRPr lang="en-US" altLang="en-US"/>
          </a:p>
        </p:txBody>
      </p:sp>
      <p:sp>
        <p:nvSpPr>
          <p:cNvPr id="212994" name="Rectangle 2">
            <a:extLst>
              <a:ext uri="{FF2B5EF4-FFF2-40B4-BE49-F238E27FC236}">
                <a16:creationId xmlns:a16="http://schemas.microsoft.com/office/drawing/2014/main" id="{E5E7E59B-FE53-8640-9305-7B23E972A977}"/>
              </a:ext>
            </a:extLst>
          </p:cNvPr>
          <p:cNvSpPr>
            <a:spLocks noGrp="1" noRot="1" noChangeAspect="1" noChangeArrowheads="1" noTextEdit="1"/>
          </p:cNvSpPr>
          <p:nvPr>
            <p:ph type="sldImg"/>
          </p:nvPr>
        </p:nvSpPr>
        <p:spPr>
          <a:ln/>
        </p:spPr>
      </p:sp>
      <p:sp>
        <p:nvSpPr>
          <p:cNvPr id="212995" name="Rectangle 3">
            <a:extLst>
              <a:ext uri="{FF2B5EF4-FFF2-40B4-BE49-F238E27FC236}">
                <a16:creationId xmlns:a16="http://schemas.microsoft.com/office/drawing/2014/main" id="{E02A0FBE-B286-D94A-AF4F-0A70A0DC1C9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28025E3-4CB5-974C-962A-1567ADF34214}"/>
              </a:ext>
            </a:extLst>
          </p:cNvPr>
          <p:cNvSpPr>
            <a:spLocks noGrp="1" noChangeArrowheads="1"/>
          </p:cNvSpPr>
          <p:nvPr>
            <p:ph type="sldNum" sz="quarter" idx="5"/>
          </p:nvPr>
        </p:nvSpPr>
        <p:spPr>
          <a:ln/>
        </p:spPr>
        <p:txBody>
          <a:bodyPr/>
          <a:lstStyle/>
          <a:p>
            <a:fld id="{075CFFA4-163A-F14A-8A64-53B20E69F6FC}" type="slidenum">
              <a:rPr lang="he-IL" altLang="en-US"/>
              <a:pPr/>
              <a:t>32</a:t>
            </a:fld>
            <a:endParaRPr lang="en-US" altLang="en-US"/>
          </a:p>
        </p:txBody>
      </p:sp>
      <p:sp>
        <p:nvSpPr>
          <p:cNvPr id="214018" name="Rectangle 2">
            <a:extLst>
              <a:ext uri="{FF2B5EF4-FFF2-40B4-BE49-F238E27FC236}">
                <a16:creationId xmlns:a16="http://schemas.microsoft.com/office/drawing/2014/main" id="{0E21BF97-CBB2-DF4E-A1D3-014AC9E980D1}"/>
              </a:ext>
            </a:extLst>
          </p:cNvPr>
          <p:cNvSpPr>
            <a:spLocks noGrp="1" noRot="1" noChangeAspect="1" noChangeArrowheads="1" noTextEdit="1"/>
          </p:cNvSpPr>
          <p:nvPr>
            <p:ph type="sldImg"/>
          </p:nvPr>
        </p:nvSpPr>
        <p:spPr>
          <a:ln/>
        </p:spPr>
      </p:sp>
      <p:sp>
        <p:nvSpPr>
          <p:cNvPr id="214019" name="Rectangle 3">
            <a:extLst>
              <a:ext uri="{FF2B5EF4-FFF2-40B4-BE49-F238E27FC236}">
                <a16:creationId xmlns:a16="http://schemas.microsoft.com/office/drawing/2014/main" id="{463D2D24-7483-BC4E-A90A-1B581A1BABC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6F04D85-C2BF-BB48-A912-70721969F10E}"/>
              </a:ext>
            </a:extLst>
          </p:cNvPr>
          <p:cNvSpPr>
            <a:spLocks noGrp="1" noChangeArrowheads="1"/>
          </p:cNvSpPr>
          <p:nvPr>
            <p:ph type="sldNum" sz="quarter" idx="5"/>
          </p:nvPr>
        </p:nvSpPr>
        <p:spPr>
          <a:ln/>
        </p:spPr>
        <p:txBody>
          <a:bodyPr/>
          <a:lstStyle/>
          <a:p>
            <a:fld id="{9DB640D9-C6FF-F346-8204-8946F39CD540}" type="slidenum">
              <a:rPr lang="he-IL" altLang="en-US"/>
              <a:pPr/>
              <a:t>33</a:t>
            </a:fld>
            <a:endParaRPr lang="en-US" altLang="en-US"/>
          </a:p>
        </p:txBody>
      </p:sp>
      <p:sp>
        <p:nvSpPr>
          <p:cNvPr id="215042" name="Rectangle 2">
            <a:extLst>
              <a:ext uri="{FF2B5EF4-FFF2-40B4-BE49-F238E27FC236}">
                <a16:creationId xmlns:a16="http://schemas.microsoft.com/office/drawing/2014/main" id="{CBB56957-0104-F54C-B07B-0C92987DCFC5}"/>
              </a:ext>
            </a:extLst>
          </p:cNvPr>
          <p:cNvSpPr>
            <a:spLocks noGrp="1" noRot="1" noChangeAspect="1" noChangeArrowheads="1" noTextEdit="1"/>
          </p:cNvSpPr>
          <p:nvPr>
            <p:ph type="sldImg"/>
          </p:nvPr>
        </p:nvSpPr>
        <p:spPr>
          <a:ln/>
        </p:spPr>
      </p:sp>
      <p:sp>
        <p:nvSpPr>
          <p:cNvPr id="215043" name="Rectangle 3">
            <a:extLst>
              <a:ext uri="{FF2B5EF4-FFF2-40B4-BE49-F238E27FC236}">
                <a16:creationId xmlns:a16="http://schemas.microsoft.com/office/drawing/2014/main" id="{21B9CDDD-8400-B346-887F-0B83005AAE8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A3237A-B5E9-DD45-91E0-C7CE55F350F6}"/>
              </a:ext>
            </a:extLst>
          </p:cNvPr>
          <p:cNvSpPr>
            <a:spLocks noGrp="1" noChangeArrowheads="1"/>
          </p:cNvSpPr>
          <p:nvPr>
            <p:ph type="sldNum" sz="quarter" idx="5"/>
          </p:nvPr>
        </p:nvSpPr>
        <p:spPr>
          <a:ln/>
        </p:spPr>
        <p:txBody>
          <a:bodyPr/>
          <a:lstStyle/>
          <a:p>
            <a:fld id="{996B2C17-7448-7047-9CB7-67B1478FDBD4}" type="slidenum">
              <a:rPr lang="he-IL" altLang="en-US"/>
              <a:pPr/>
              <a:t>34</a:t>
            </a:fld>
            <a:endParaRPr lang="en-US" altLang="en-US"/>
          </a:p>
        </p:txBody>
      </p:sp>
      <p:sp>
        <p:nvSpPr>
          <p:cNvPr id="216066" name="Rectangle 2">
            <a:extLst>
              <a:ext uri="{FF2B5EF4-FFF2-40B4-BE49-F238E27FC236}">
                <a16:creationId xmlns:a16="http://schemas.microsoft.com/office/drawing/2014/main" id="{4130C173-CE64-9247-9D69-324A6FF13EE6}"/>
              </a:ext>
            </a:extLst>
          </p:cNvPr>
          <p:cNvSpPr>
            <a:spLocks noGrp="1" noRot="1" noChangeAspect="1" noChangeArrowheads="1" noTextEdit="1"/>
          </p:cNvSpPr>
          <p:nvPr>
            <p:ph type="sldImg"/>
          </p:nvPr>
        </p:nvSpPr>
        <p:spPr>
          <a:ln/>
        </p:spPr>
      </p:sp>
      <p:sp>
        <p:nvSpPr>
          <p:cNvPr id="216067" name="Rectangle 3">
            <a:extLst>
              <a:ext uri="{FF2B5EF4-FFF2-40B4-BE49-F238E27FC236}">
                <a16:creationId xmlns:a16="http://schemas.microsoft.com/office/drawing/2014/main" id="{62F322D1-0308-9F4C-A7D3-84A3571FDA7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2D6CBD4-A7AB-F743-AAB7-952DAD852E2B}"/>
              </a:ext>
            </a:extLst>
          </p:cNvPr>
          <p:cNvSpPr>
            <a:spLocks noGrp="1" noChangeArrowheads="1"/>
          </p:cNvSpPr>
          <p:nvPr>
            <p:ph type="sldNum" sz="quarter" idx="5"/>
          </p:nvPr>
        </p:nvSpPr>
        <p:spPr>
          <a:ln/>
        </p:spPr>
        <p:txBody>
          <a:bodyPr/>
          <a:lstStyle/>
          <a:p>
            <a:fld id="{C65EE398-4CF6-3F49-99B0-22AAE925756F}" type="slidenum">
              <a:rPr lang="he-IL" altLang="en-US"/>
              <a:pPr/>
              <a:t>35</a:t>
            </a:fld>
            <a:endParaRPr lang="en-US" altLang="en-US"/>
          </a:p>
        </p:txBody>
      </p:sp>
      <p:sp>
        <p:nvSpPr>
          <p:cNvPr id="217090" name="Rectangle 2">
            <a:extLst>
              <a:ext uri="{FF2B5EF4-FFF2-40B4-BE49-F238E27FC236}">
                <a16:creationId xmlns:a16="http://schemas.microsoft.com/office/drawing/2014/main" id="{4A7140F9-1870-0948-BCB8-A347268011B1}"/>
              </a:ext>
            </a:extLst>
          </p:cNvPr>
          <p:cNvSpPr>
            <a:spLocks noGrp="1" noRot="1" noChangeAspect="1" noChangeArrowheads="1" noTextEdit="1"/>
          </p:cNvSpPr>
          <p:nvPr>
            <p:ph type="sldImg"/>
          </p:nvPr>
        </p:nvSpPr>
        <p:spPr>
          <a:ln/>
        </p:spPr>
      </p:sp>
      <p:sp>
        <p:nvSpPr>
          <p:cNvPr id="217091" name="Rectangle 3">
            <a:extLst>
              <a:ext uri="{FF2B5EF4-FFF2-40B4-BE49-F238E27FC236}">
                <a16:creationId xmlns:a16="http://schemas.microsoft.com/office/drawing/2014/main" id="{E4DC7A54-ED6E-544B-B142-9FD06C3281F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99B26C1-2066-2541-83D5-D400ECD62394}"/>
              </a:ext>
            </a:extLst>
          </p:cNvPr>
          <p:cNvSpPr>
            <a:spLocks noGrp="1" noChangeArrowheads="1"/>
          </p:cNvSpPr>
          <p:nvPr>
            <p:ph type="sldNum" sz="quarter" idx="5"/>
          </p:nvPr>
        </p:nvSpPr>
        <p:spPr>
          <a:ln/>
        </p:spPr>
        <p:txBody>
          <a:bodyPr/>
          <a:lstStyle/>
          <a:p>
            <a:fld id="{94EC95F9-2216-6D47-8ED7-65CB37D9763F}" type="slidenum">
              <a:rPr lang="he-IL" altLang="en-US"/>
              <a:pPr/>
              <a:t>36</a:t>
            </a:fld>
            <a:endParaRPr lang="en-US" altLang="en-US"/>
          </a:p>
        </p:txBody>
      </p:sp>
      <p:sp>
        <p:nvSpPr>
          <p:cNvPr id="218114" name="Rectangle 2">
            <a:extLst>
              <a:ext uri="{FF2B5EF4-FFF2-40B4-BE49-F238E27FC236}">
                <a16:creationId xmlns:a16="http://schemas.microsoft.com/office/drawing/2014/main" id="{0A5EBA6F-8AD5-F44B-A5E8-22066540A51F}"/>
              </a:ext>
            </a:extLst>
          </p:cNvPr>
          <p:cNvSpPr>
            <a:spLocks noGrp="1" noRot="1" noChangeAspect="1" noChangeArrowheads="1" noTextEdit="1"/>
          </p:cNvSpPr>
          <p:nvPr>
            <p:ph type="sldImg"/>
          </p:nvPr>
        </p:nvSpPr>
        <p:spPr>
          <a:ln/>
        </p:spPr>
      </p:sp>
      <p:sp>
        <p:nvSpPr>
          <p:cNvPr id="218115" name="Rectangle 3">
            <a:extLst>
              <a:ext uri="{FF2B5EF4-FFF2-40B4-BE49-F238E27FC236}">
                <a16:creationId xmlns:a16="http://schemas.microsoft.com/office/drawing/2014/main" id="{6C7326EE-7314-1241-9548-CA4D3BC5429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DD9FC6-FB73-CF49-B8CF-6E33EF7A70C1}"/>
              </a:ext>
            </a:extLst>
          </p:cNvPr>
          <p:cNvSpPr>
            <a:spLocks noGrp="1" noChangeArrowheads="1"/>
          </p:cNvSpPr>
          <p:nvPr>
            <p:ph type="sldNum" sz="quarter" idx="5"/>
          </p:nvPr>
        </p:nvSpPr>
        <p:spPr>
          <a:ln/>
        </p:spPr>
        <p:txBody>
          <a:bodyPr/>
          <a:lstStyle/>
          <a:p>
            <a:fld id="{994A8BFB-26D0-3D4F-A6EF-0392A5BC17E6}" type="slidenum">
              <a:rPr lang="he-IL" altLang="en-US"/>
              <a:pPr/>
              <a:t>37</a:t>
            </a:fld>
            <a:endParaRPr lang="en-US" altLang="en-US"/>
          </a:p>
        </p:txBody>
      </p:sp>
      <p:sp>
        <p:nvSpPr>
          <p:cNvPr id="219138" name="Rectangle 2">
            <a:extLst>
              <a:ext uri="{FF2B5EF4-FFF2-40B4-BE49-F238E27FC236}">
                <a16:creationId xmlns:a16="http://schemas.microsoft.com/office/drawing/2014/main" id="{2426BAC2-8704-2D49-B3C7-D5F13D559FCB}"/>
              </a:ext>
            </a:extLst>
          </p:cNvPr>
          <p:cNvSpPr>
            <a:spLocks noGrp="1" noRot="1" noChangeAspect="1" noChangeArrowheads="1" noTextEdit="1"/>
          </p:cNvSpPr>
          <p:nvPr>
            <p:ph type="sldImg"/>
          </p:nvPr>
        </p:nvSpPr>
        <p:spPr>
          <a:ln/>
        </p:spPr>
      </p:sp>
      <p:sp>
        <p:nvSpPr>
          <p:cNvPr id="219139" name="Rectangle 3">
            <a:extLst>
              <a:ext uri="{FF2B5EF4-FFF2-40B4-BE49-F238E27FC236}">
                <a16:creationId xmlns:a16="http://schemas.microsoft.com/office/drawing/2014/main" id="{98EE2D39-18DC-454B-8BAB-33DF3421DD5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C5B34FA-552D-1B47-A729-1832271A5953}"/>
              </a:ext>
            </a:extLst>
          </p:cNvPr>
          <p:cNvSpPr>
            <a:spLocks noGrp="1" noChangeArrowheads="1"/>
          </p:cNvSpPr>
          <p:nvPr>
            <p:ph type="sldNum" sz="quarter" idx="5"/>
          </p:nvPr>
        </p:nvSpPr>
        <p:spPr>
          <a:ln/>
        </p:spPr>
        <p:txBody>
          <a:bodyPr/>
          <a:lstStyle/>
          <a:p>
            <a:fld id="{87FDA152-5054-1F4A-BEED-D60DD749A0C0}" type="slidenum">
              <a:rPr lang="he-IL" altLang="en-US"/>
              <a:pPr/>
              <a:t>38</a:t>
            </a:fld>
            <a:endParaRPr lang="en-US" altLang="en-US"/>
          </a:p>
        </p:txBody>
      </p:sp>
      <p:sp>
        <p:nvSpPr>
          <p:cNvPr id="220162" name="Rectangle 2">
            <a:extLst>
              <a:ext uri="{FF2B5EF4-FFF2-40B4-BE49-F238E27FC236}">
                <a16:creationId xmlns:a16="http://schemas.microsoft.com/office/drawing/2014/main" id="{A366C0E2-B528-F14E-A96C-C3E38D50B443}"/>
              </a:ext>
            </a:extLst>
          </p:cNvPr>
          <p:cNvSpPr>
            <a:spLocks noGrp="1" noRot="1" noChangeAspect="1" noChangeArrowheads="1" noTextEdit="1"/>
          </p:cNvSpPr>
          <p:nvPr>
            <p:ph type="sldImg"/>
          </p:nvPr>
        </p:nvSpPr>
        <p:spPr>
          <a:ln/>
        </p:spPr>
      </p:sp>
      <p:sp>
        <p:nvSpPr>
          <p:cNvPr id="220163" name="Rectangle 3">
            <a:extLst>
              <a:ext uri="{FF2B5EF4-FFF2-40B4-BE49-F238E27FC236}">
                <a16:creationId xmlns:a16="http://schemas.microsoft.com/office/drawing/2014/main" id="{5901A24D-52FD-9D42-8DEE-66C3DB395F3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211AFA5-B5B0-6F43-A303-DEA9D0B36C83}"/>
              </a:ext>
            </a:extLst>
          </p:cNvPr>
          <p:cNvSpPr>
            <a:spLocks noGrp="1" noChangeArrowheads="1"/>
          </p:cNvSpPr>
          <p:nvPr>
            <p:ph type="sldNum" sz="quarter" idx="5"/>
          </p:nvPr>
        </p:nvSpPr>
        <p:spPr>
          <a:ln/>
        </p:spPr>
        <p:txBody>
          <a:bodyPr/>
          <a:lstStyle/>
          <a:p>
            <a:fld id="{2BF3F546-525C-A242-8E1C-1070E621730E}" type="slidenum">
              <a:rPr lang="he-IL" altLang="en-US"/>
              <a:pPr/>
              <a:t>39</a:t>
            </a:fld>
            <a:endParaRPr lang="en-US" altLang="en-US"/>
          </a:p>
        </p:txBody>
      </p:sp>
      <p:sp>
        <p:nvSpPr>
          <p:cNvPr id="221186" name="Rectangle 2">
            <a:extLst>
              <a:ext uri="{FF2B5EF4-FFF2-40B4-BE49-F238E27FC236}">
                <a16:creationId xmlns:a16="http://schemas.microsoft.com/office/drawing/2014/main" id="{79C1B4B8-8066-B845-8B23-13CCCA6E6319}"/>
              </a:ext>
            </a:extLst>
          </p:cNvPr>
          <p:cNvSpPr>
            <a:spLocks noGrp="1" noRot="1" noChangeAspect="1" noChangeArrowheads="1" noTextEdit="1"/>
          </p:cNvSpPr>
          <p:nvPr>
            <p:ph type="sldImg"/>
          </p:nvPr>
        </p:nvSpPr>
        <p:spPr>
          <a:ln/>
        </p:spPr>
      </p:sp>
      <p:sp>
        <p:nvSpPr>
          <p:cNvPr id="221187" name="Rectangle 3">
            <a:extLst>
              <a:ext uri="{FF2B5EF4-FFF2-40B4-BE49-F238E27FC236}">
                <a16:creationId xmlns:a16="http://schemas.microsoft.com/office/drawing/2014/main" id="{583BD9C3-CAD1-0649-A6F8-9F27A7C114A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B15EB0C-BD9E-8544-96C8-7433ADE49093}"/>
              </a:ext>
            </a:extLst>
          </p:cNvPr>
          <p:cNvSpPr>
            <a:spLocks noGrp="1" noChangeArrowheads="1"/>
          </p:cNvSpPr>
          <p:nvPr>
            <p:ph type="sldNum" sz="quarter" idx="5"/>
          </p:nvPr>
        </p:nvSpPr>
        <p:spPr>
          <a:ln/>
        </p:spPr>
        <p:txBody>
          <a:bodyPr/>
          <a:lstStyle/>
          <a:p>
            <a:fld id="{82C60C4D-0D3F-E64B-8D5C-9840E2F1D4BF}" type="slidenum">
              <a:rPr lang="he-IL" altLang="en-US"/>
              <a:pPr/>
              <a:t>40</a:t>
            </a:fld>
            <a:endParaRPr lang="en-US" altLang="en-US"/>
          </a:p>
        </p:txBody>
      </p:sp>
      <p:sp>
        <p:nvSpPr>
          <p:cNvPr id="222210" name="Rectangle 2">
            <a:extLst>
              <a:ext uri="{FF2B5EF4-FFF2-40B4-BE49-F238E27FC236}">
                <a16:creationId xmlns:a16="http://schemas.microsoft.com/office/drawing/2014/main" id="{9333275D-5E16-214D-8EA7-0025A87B768D}"/>
              </a:ext>
            </a:extLst>
          </p:cNvPr>
          <p:cNvSpPr>
            <a:spLocks noGrp="1" noRot="1" noChangeAspect="1" noChangeArrowheads="1" noTextEdit="1"/>
          </p:cNvSpPr>
          <p:nvPr>
            <p:ph type="sldImg"/>
          </p:nvPr>
        </p:nvSpPr>
        <p:spPr>
          <a:ln/>
        </p:spPr>
      </p:sp>
      <p:sp>
        <p:nvSpPr>
          <p:cNvPr id="222211" name="Rectangle 3">
            <a:extLst>
              <a:ext uri="{FF2B5EF4-FFF2-40B4-BE49-F238E27FC236}">
                <a16:creationId xmlns:a16="http://schemas.microsoft.com/office/drawing/2014/main" id="{3B37DB98-5B20-304C-8F61-C613D8FD4CA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CBB0914-9DBE-E445-91FE-40B88B9D8EB3}"/>
              </a:ext>
            </a:extLst>
          </p:cNvPr>
          <p:cNvSpPr>
            <a:spLocks noGrp="1" noChangeArrowheads="1"/>
          </p:cNvSpPr>
          <p:nvPr>
            <p:ph type="sldNum" sz="quarter" idx="5"/>
          </p:nvPr>
        </p:nvSpPr>
        <p:spPr>
          <a:ln/>
        </p:spPr>
        <p:txBody>
          <a:bodyPr/>
          <a:lstStyle/>
          <a:p>
            <a:fld id="{54C22D3F-D93D-C04D-81B9-A48EB74C1B73}" type="slidenum">
              <a:rPr lang="he-IL" altLang="en-US"/>
              <a:pPr/>
              <a:t>41</a:t>
            </a:fld>
            <a:endParaRPr lang="en-US" altLang="en-US"/>
          </a:p>
        </p:txBody>
      </p:sp>
      <p:sp>
        <p:nvSpPr>
          <p:cNvPr id="223234" name="Rectangle 2">
            <a:extLst>
              <a:ext uri="{FF2B5EF4-FFF2-40B4-BE49-F238E27FC236}">
                <a16:creationId xmlns:a16="http://schemas.microsoft.com/office/drawing/2014/main" id="{9AE41CD3-3012-4B42-A7A6-9378C4C98412}"/>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C1F35270-C543-EE42-A1A2-ED22C952DA8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4D847D4-9772-5646-8762-45F2DF132FE0}"/>
              </a:ext>
            </a:extLst>
          </p:cNvPr>
          <p:cNvSpPr>
            <a:spLocks noGrp="1" noChangeArrowheads="1"/>
          </p:cNvSpPr>
          <p:nvPr>
            <p:ph type="sldNum" sz="quarter" idx="5"/>
          </p:nvPr>
        </p:nvSpPr>
        <p:spPr>
          <a:ln/>
        </p:spPr>
        <p:txBody>
          <a:bodyPr/>
          <a:lstStyle/>
          <a:p>
            <a:fld id="{EC299BB9-5A4C-024D-B9CB-A2467FB00F8B}" type="slidenum">
              <a:rPr lang="he-IL" altLang="en-US"/>
              <a:pPr/>
              <a:t>42</a:t>
            </a:fld>
            <a:endParaRPr lang="en-US" altLang="en-US"/>
          </a:p>
        </p:txBody>
      </p:sp>
      <p:sp>
        <p:nvSpPr>
          <p:cNvPr id="224258" name="Rectangle 2">
            <a:extLst>
              <a:ext uri="{FF2B5EF4-FFF2-40B4-BE49-F238E27FC236}">
                <a16:creationId xmlns:a16="http://schemas.microsoft.com/office/drawing/2014/main" id="{14BF32B1-B8A7-DA4F-AA82-ACDDD1A8D6FA}"/>
              </a:ext>
            </a:extLst>
          </p:cNvPr>
          <p:cNvSpPr>
            <a:spLocks noGrp="1" noRot="1" noChangeAspect="1" noChangeArrowheads="1" noTextEdit="1"/>
          </p:cNvSpPr>
          <p:nvPr>
            <p:ph type="sldImg"/>
          </p:nvPr>
        </p:nvSpPr>
        <p:spPr>
          <a:ln/>
        </p:spPr>
      </p:sp>
      <p:sp>
        <p:nvSpPr>
          <p:cNvPr id="224259" name="Rectangle 3">
            <a:extLst>
              <a:ext uri="{FF2B5EF4-FFF2-40B4-BE49-F238E27FC236}">
                <a16:creationId xmlns:a16="http://schemas.microsoft.com/office/drawing/2014/main" id="{6DF6EB85-B970-F64A-B4AE-B2B69DA0198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0E17AD5-9EEE-6C4D-8ABB-AA4D2642B8E8}"/>
              </a:ext>
            </a:extLst>
          </p:cNvPr>
          <p:cNvSpPr>
            <a:spLocks noGrp="1" noChangeArrowheads="1"/>
          </p:cNvSpPr>
          <p:nvPr>
            <p:ph type="sldNum" sz="quarter" idx="5"/>
          </p:nvPr>
        </p:nvSpPr>
        <p:spPr>
          <a:ln/>
        </p:spPr>
        <p:txBody>
          <a:bodyPr/>
          <a:lstStyle/>
          <a:p>
            <a:fld id="{A76A5B7C-0CB7-3848-A4DE-7EF974711E71}" type="slidenum">
              <a:rPr lang="he-IL" altLang="en-US"/>
              <a:pPr/>
              <a:t>43</a:t>
            </a:fld>
            <a:endParaRPr lang="en-US" altLang="en-US"/>
          </a:p>
        </p:txBody>
      </p:sp>
      <p:sp>
        <p:nvSpPr>
          <p:cNvPr id="225282" name="Rectangle 2">
            <a:extLst>
              <a:ext uri="{FF2B5EF4-FFF2-40B4-BE49-F238E27FC236}">
                <a16:creationId xmlns:a16="http://schemas.microsoft.com/office/drawing/2014/main" id="{F6EAE85A-C40B-7145-936F-8A714163B941}"/>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3C00F675-4752-F147-A2B9-6EFC2DE7168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D28F4CF-3880-0D40-8775-0623EC4BF8A1}"/>
              </a:ext>
            </a:extLst>
          </p:cNvPr>
          <p:cNvSpPr>
            <a:spLocks noGrp="1" noChangeArrowheads="1"/>
          </p:cNvSpPr>
          <p:nvPr>
            <p:ph type="sldNum" sz="quarter" idx="5"/>
          </p:nvPr>
        </p:nvSpPr>
        <p:spPr>
          <a:ln/>
        </p:spPr>
        <p:txBody>
          <a:bodyPr/>
          <a:lstStyle/>
          <a:p>
            <a:fld id="{83AE5128-347A-6A4F-B67B-95D127F4A23F}" type="slidenum">
              <a:rPr lang="he-IL" altLang="en-US"/>
              <a:pPr/>
              <a:t>44</a:t>
            </a:fld>
            <a:endParaRPr lang="en-US" altLang="en-US"/>
          </a:p>
        </p:txBody>
      </p:sp>
      <p:sp>
        <p:nvSpPr>
          <p:cNvPr id="226306" name="Rectangle 2">
            <a:extLst>
              <a:ext uri="{FF2B5EF4-FFF2-40B4-BE49-F238E27FC236}">
                <a16:creationId xmlns:a16="http://schemas.microsoft.com/office/drawing/2014/main" id="{3DA7924A-A701-5841-937C-D56AB2A6E8E4}"/>
              </a:ext>
            </a:extLst>
          </p:cNvPr>
          <p:cNvSpPr>
            <a:spLocks noGrp="1" noRot="1" noChangeAspect="1" noChangeArrowheads="1" noTextEdit="1"/>
          </p:cNvSpPr>
          <p:nvPr>
            <p:ph type="sldImg"/>
          </p:nvPr>
        </p:nvSpPr>
        <p:spPr>
          <a:ln/>
        </p:spPr>
      </p:sp>
      <p:sp>
        <p:nvSpPr>
          <p:cNvPr id="226307" name="Rectangle 3">
            <a:extLst>
              <a:ext uri="{FF2B5EF4-FFF2-40B4-BE49-F238E27FC236}">
                <a16:creationId xmlns:a16="http://schemas.microsoft.com/office/drawing/2014/main" id="{EBB436C9-F1B6-524D-8F4E-D568814B2A4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6FE06CA-C12C-944A-A538-D792799B4006}"/>
              </a:ext>
            </a:extLst>
          </p:cNvPr>
          <p:cNvSpPr>
            <a:spLocks noGrp="1" noChangeArrowheads="1"/>
          </p:cNvSpPr>
          <p:nvPr>
            <p:ph type="sldNum" sz="quarter" idx="5"/>
          </p:nvPr>
        </p:nvSpPr>
        <p:spPr>
          <a:ln/>
        </p:spPr>
        <p:txBody>
          <a:bodyPr/>
          <a:lstStyle/>
          <a:p>
            <a:fld id="{B8595A84-13FD-734F-9E75-4D4417292400}" type="slidenum">
              <a:rPr lang="he-IL" altLang="en-US"/>
              <a:pPr/>
              <a:t>45</a:t>
            </a:fld>
            <a:endParaRPr lang="en-US" altLang="en-US"/>
          </a:p>
        </p:txBody>
      </p:sp>
      <p:sp>
        <p:nvSpPr>
          <p:cNvPr id="227330" name="Rectangle 2">
            <a:extLst>
              <a:ext uri="{FF2B5EF4-FFF2-40B4-BE49-F238E27FC236}">
                <a16:creationId xmlns:a16="http://schemas.microsoft.com/office/drawing/2014/main" id="{B9A1050B-2FE8-434A-99DF-9B5A3B8F5533}"/>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AB7D55A4-90D9-6C47-958C-B5E44DCB96B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F10D30B-1190-734A-9729-A5FE2E107DE7}"/>
              </a:ext>
            </a:extLst>
          </p:cNvPr>
          <p:cNvSpPr>
            <a:spLocks noGrp="1" noChangeArrowheads="1"/>
          </p:cNvSpPr>
          <p:nvPr>
            <p:ph type="sldNum" sz="quarter" idx="5"/>
          </p:nvPr>
        </p:nvSpPr>
        <p:spPr>
          <a:ln/>
        </p:spPr>
        <p:txBody>
          <a:bodyPr/>
          <a:lstStyle/>
          <a:p>
            <a:fld id="{420A2C3D-9366-654D-A7EA-24C9052BAF62}" type="slidenum">
              <a:rPr lang="he-IL" altLang="en-US"/>
              <a:pPr/>
              <a:t>46</a:t>
            </a:fld>
            <a:endParaRPr lang="en-US" altLang="en-US"/>
          </a:p>
        </p:txBody>
      </p:sp>
      <p:sp>
        <p:nvSpPr>
          <p:cNvPr id="228354" name="Rectangle 2">
            <a:extLst>
              <a:ext uri="{FF2B5EF4-FFF2-40B4-BE49-F238E27FC236}">
                <a16:creationId xmlns:a16="http://schemas.microsoft.com/office/drawing/2014/main" id="{1CCB7C61-D03A-1F4D-ACF1-6C1CC4393BC8}"/>
              </a:ext>
            </a:extLst>
          </p:cNvPr>
          <p:cNvSpPr>
            <a:spLocks noGrp="1" noRot="1" noChangeAspect="1" noChangeArrowheads="1" noTextEdit="1"/>
          </p:cNvSpPr>
          <p:nvPr>
            <p:ph type="sldImg"/>
          </p:nvPr>
        </p:nvSpPr>
        <p:spPr>
          <a:ln/>
        </p:spPr>
      </p:sp>
      <p:sp>
        <p:nvSpPr>
          <p:cNvPr id="228355" name="Rectangle 3">
            <a:extLst>
              <a:ext uri="{FF2B5EF4-FFF2-40B4-BE49-F238E27FC236}">
                <a16:creationId xmlns:a16="http://schemas.microsoft.com/office/drawing/2014/main" id="{07F6FCFA-244A-B94C-811D-18F85B9C83C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849C4A8-B957-AD4D-BC26-33CC9C261F01}"/>
              </a:ext>
            </a:extLst>
          </p:cNvPr>
          <p:cNvSpPr>
            <a:spLocks noGrp="1" noChangeArrowheads="1"/>
          </p:cNvSpPr>
          <p:nvPr>
            <p:ph type="sldNum" sz="quarter" idx="5"/>
          </p:nvPr>
        </p:nvSpPr>
        <p:spPr>
          <a:ln/>
        </p:spPr>
        <p:txBody>
          <a:bodyPr/>
          <a:lstStyle/>
          <a:p>
            <a:fld id="{2435F78C-CD11-844D-B1A5-6D7C76A9820F}" type="slidenum">
              <a:rPr lang="he-IL" altLang="en-US"/>
              <a:pPr/>
              <a:t>47</a:t>
            </a:fld>
            <a:endParaRPr lang="en-US" altLang="en-US"/>
          </a:p>
        </p:txBody>
      </p:sp>
      <p:sp>
        <p:nvSpPr>
          <p:cNvPr id="229378" name="Rectangle 2">
            <a:extLst>
              <a:ext uri="{FF2B5EF4-FFF2-40B4-BE49-F238E27FC236}">
                <a16:creationId xmlns:a16="http://schemas.microsoft.com/office/drawing/2014/main" id="{5DAB2BEA-ADE3-A247-A80F-5BF8C7555752}"/>
              </a:ext>
            </a:extLst>
          </p:cNvPr>
          <p:cNvSpPr>
            <a:spLocks noGrp="1" noRot="1" noChangeAspect="1" noChangeArrowheads="1" noTextEdit="1"/>
          </p:cNvSpPr>
          <p:nvPr>
            <p:ph type="sldImg"/>
          </p:nvPr>
        </p:nvSpPr>
        <p:spPr>
          <a:ln/>
        </p:spPr>
      </p:sp>
      <p:sp>
        <p:nvSpPr>
          <p:cNvPr id="229379" name="Rectangle 3">
            <a:extLst>
              <a:ext uri="{FF2B5EF4-FFF2-40B4-BE49-F238E27FC236}">
                <a16:creationId xmlns:a16="http://schemas.microsoft.com/office/drawing/2014/main" id="{7D819BA2-DD4C-EE4E-8835-ED9191F1C36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F5F5106-7577-E74B-B508-5CFF061604F9}"/>
              </a:ext>
            </a:extLst>
          </p:cNvPr>
          <p:cNvSpPr>
            <a:spLocks noGrp="1" noChangeArrowheads="1"/>
          </p:cNvSpPr>
          <p:nvPr>
            <p:ph type="sldNum" sz="quarter" idx="5"/>
          </p:nvPr>
        </p:nvSpPr>
        <p:spPr>
          <a:ln/>
        </p:spPr>
        <p:txBody>
          <a:bodyPr/>
          <a:lstStyle/>
          <a:p>
            <a:fld id="{CA6EC044-B0A2-2046-9341-3A35485DE70E}" type="slidenum">
              <a:rPr lang="he-IL" altLang="en-US"/>
              <a:pPr/>
              <a:t>48</a:t>
            </a:fld>
            <a:endParaRPr lang="en-US" altLang="en-US"/>
          </a:p>
        </p:txBody>
      </p:sp>
      <p:sp>
        <p:nvSpPr>
          <p:cNvPr id="230402" name="Rectangle 2">
            <a:extLst>
              <a:ext uri="{FF2B5EF4-FFF2-40B4-BE49-F238E27FC236}">
                <a16:creationId xmlns:a16="http://schemas.microsoft.com/office/drawing/2014/main" id="{FA710DF2-8374-4349-A667-BC8C7D6AA70E}"/>
              </a:ext>
            </a:extLst>
          </p:cNvPr>
          <p:cNvSpPr>
            <a:spLocks noGrp="1" noRot="1" noChangeAspect="1" noChangeArrowheads="1" noTextEdit="1"/>
          </p:cNvSpPr>
          <p:nvPr>
            <p:ph type="sldImg"/>
          </p:nvPr>
        </p:nvSpPr>
        <p:spPr>
          <a:ln/>
        </p:spPr>
      </p:sp>
      <p:sp>
        <p:nvSpPr>
          <p:cNvPr id="230403" name="Rectangle 3">
            <a:extLst>
              <a:ext uri="{FF2B5EF4-FFF2-40B4-BE49-F238E27FC236}">
                <a16:creationId xmlns:a16="http://schemas.microsoft.com/office/drawing/2014/main" id="{5C9F3DD6-78A3-A14B-A206-D8BDEF3601A8}"/>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3E946-2197-BF46-8776-51821AF3477E}"/>
              </a:ext>
            </a:extLst>
          </p:cNvPr>
          <p:cNvSpPr>
            <a:spLocks noGrp="1"/>
          </p:cNvSpPr>
          <p:nvPr>
            <p:ph type="ctrTitle"/>
          </p:nvPr>
        </p:nvSpPr>
        <p:spPr>
          <a:xfrm>
            <a:off x="1143000" y="1122363"/>
            <a:ext cx="6858000" cy="2387600"/>
          </a:xfrm>
        </p:spPr>
        <p:txBody>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58C926-EEF3-5042-BBCD-BB30C7D7C6CE}"/>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227099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FA0D3-A9F1-914E-BCB4-5084D8CC28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F2CD05-D194-0249-AC72-8D125D1BC55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64353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8953C-4BC7-B54C-9804-4FCD4F2E084E}"/>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31AF94-C013-8D42-BEEF-EF9025B2AC58}"/>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Tree>
    <p:extLst>
      <p:ext uri="{BB962C8B-B14F-4D97-AF65-F5344CB8AC3E}">
        <p14:creationId xmlns:p14="http://schemas.microsoft.com/office/powerpoint/2010/main" val="2567146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EB572-26A5-BC47-B899-451CB001E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D7F65-D3C8-5A4E-9E46-C06AAA5B7B27}"/>
              </a:ext>
            </a:extLst>
          </p:cNvPr>
          <p:cNvSpPr>
            <a:spLocks noGrp="1"/>
          </p:cNvSpPr>
          <p:nvPr>
            <p:ph sz="half" idx="1"/>
          </p:nvPr>
        </p:nvSpPr>
        <p:spPr>
          <a:xfrm>
            <a:off x="457200" y="762000"/>
            <a:ext cx="4089400" cy="5486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B080E97-638C-9849-9795-327B9C2AAE7B}"/>
              </a:ext>
            </a:extLst>
          </p:cNvPr>
          <p:cNvSpPr>
            <a:spLocks noGrp="1"/>
          </p:cNvSpPr>
          <p:nvPr>
            <p:ph sz="half" idx="2"/>
          </p:nvPr>
        </p:nvSpPr>
        <p:spPr>
          <a:xfrm>
            <a:off x="4699000" y="762000"/>
            <a:ext cx="4090988" cy="5486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916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BAF4C-0D7D-6144-B4C1-C7B6F144009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7A0501-085D-334B-9B7E-847A80A91066}"/>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D0D7837-D9CB-464A-B3F7-1CB57B7F4F8B}"/>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A58400-8D40-0945-A56A-C7FBA6169C21}"/>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518590C-AABE-8F42-9555-116B833E70ED}"/>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0773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494D8-3A84-2146-80BB-6B155AC8538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29732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6870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E9151-8E29-1449-BC87-186B4F9517E4}"/>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29EBB21-EA79-9246-9C99-8F901C3C083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270655-055C-094C-9342-0A37A37EA8B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093870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D5452-4B6A-134A-AE22-0A437DD70F7A}"/>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1555535-04F5-9247-AA56-8253DC6DCC0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8820F4D-1487-3B48-9AD1-37AD1C89F25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405465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3F2CA-27B5-C345-A9F5-460495AE27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5285DF-9E0D-F246-823B-C613EC45384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69551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EFE63F-81A9-E944-97A5-EF372E9CE1BC}"/>
              </a:ext>
            </a:extLst>
          </p:cNvPr>
          <p:cNvSpPr>
            <a:spLocks noGrp="1"/>
          </p:cNvSpPr>
          <p:nvPr>
            <p:ph type="title" orient="vert"/>
          </p:nvPr>
        </p:nvSpPr>
        <p:spPr>
          <a:xfrm>
            <a:off x="6707188" y="152400"/>
            <a:ext cx="2082800" cy="60960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3A423E-B499-AF4C-85A8-3BB911D15B4B}"/>
              </a:ext>
            </a:extLst>
          </p:cNvPr>
          <p:cNvSpPr>
            <a:spLocks noGrp="1"/>
          </p:cNvSpPr>
          <p:nvPr>
            <p:ph type="body" orient="vert" idx="1"/>
          </p:nvPr>
        </p:nvSpPr>
        <p:spPr>
          <a:xfrm>
            <a:off x="457200" y="152400"/>
            <a:ext cx="6097588" cy="60960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8601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 Target="../slides/slide5.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Rectangle 17">
            <a:extLst>
              <a:ext uri="{FF2B5EF4-FFF2-40B4-BE49-F238E27FC236}">
                <a16:creationId xmlns:a16="http://schemas.microsoft.com/office/drawing/2014/main" id="{DE829DE9-7C0A-AB42-B0B6-4A4DD3ED70EE}"/>
              </a:ext>
            </a:extLst>
          </p:cNvPr>
          <p:cNvSpPr>
            <a:spLocks noGrp="1" noChangeArrowheads="1"/>
          </p:cNvSpPr>
          <p:nvPr>
            <p:ph type="title"/>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b" anchorCtr="0" compatLnSpc="1">
            <a:prstTxWarp prst="textNoShape">
              <a:avLst/>
            </a:prstTxWarp>
          </a:bodyPr>
          <a:lstStyle/>
          <a:p>
            <a:pPr lvl="0"/>
            <a:r>
              <a:rPr lang="en-US" altLang="en-US"/>
              <a:t>Slide title</a:t>
            </a:r>
          </a:p>
        </p:txBody>
      </p:sp>
      <p:sp>
        <p:nvSpPr>
          <p:cNvPr id="1042" name="Line 18">
            <a:extLst>
              <a:ext uri="{FF2B5EF4-FFF2-40B4-BE49-F238E27FC236}">
                <a16:creationId xmlns:a16="http://schemas.microsoft.com/office/drawing/2014/main" id="{EB3EA9A9-B505-3A49-99C6-CBF68AAA0CD4}"/>
              </a:ext>
            </a:extLst>
          </p:cNvPr>
          <p:cNvSpPr>
            <a:spLocks noChangeShapeType="1"/>
          </p:cNvSpPr>
          <p:nvPr/>
        </p:nvSpPr>
        <p:spPr bwMode="auto">
          <a:xfrm>
            <a:off x="457200" y="609600"/>
            <a:ext cx="8180388" cy="0"/>
          </a:xfrm>
          <a:prstGeom prst="line">
            <a:avLst/>
          </a:prstGeom>
          <a:noFill/>
          <a:ln w="9525">
            <a:solidFill>
              <a:srgbClr val="B058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4" name="Rectangle 20">
            <a:extLst>
              <a:ext uri="{FF2B5EF4-FFF2-40B4-BE49-F238E27FC236}">
                <a16:creationId xmlns:a16="http://schemas.microsoft.com/office/drawing/2014/main" id="{9A91CE02-65AC-5A45-ACEA-D58CFA4E1954}"/>
              </a:ext>
            </a:extLst>
          </p:cNvPr>
          <p:cNvSpPr>
            <a:spLocks noGrp="1" noChangeArrowheads="1"/>
          </p:cNvSpPr>
          <p:nvPr>
            <p:ph type="body" idx="1"/>
          </p:nvPr>
        </p:nvSpPr>
        <p:spPr bwMode="auto">
          <a:xfrm>
            <a:off x="457200" y="762000"/>
            <a:ext cx="8332788"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45720" numCol="1" anchor="t" anchorCtr="1" compatLnSpc="1">
            <a:prstTxWarp prst="textNoShape">
              <a:avLst/>
            </a:prstTxWarp>
          </a:bodyPr>
          <a:lstStyle/>
          <a:p>
            <a:pPr lvl="0"/>
            <a:r>
              <a:rPr lang="en-US" altLang="he-IL"/>
              <a:t>First level bullet</a:t>
            </a:r>
          </a:p>
          <a:p>
            <a:pPr lvl="1"/>
            <a:r>
              <a:rPr lang="en-US" altLang="he-IL"/>
              <a:t>Second level bullet</a:t>
            </a:r>
          </a:p>
          <a:p>
            <a:pPr lvl="2"/>
            <a:r>
              <a:rPr lang="en-US" altLang="he-IL"/>
              <a:t>Third level</a:t>
            </a:r>
          </a:p>
          <a:p>
            <a:pPr lvl="3"/>
            <a:r>
              <a:rPr lang="en-US" altLang="he-IL"/>
              <a:t>Fourth level</a:t>
            </a:r>
          </a:p>
          <a:p>
            <a:pPr lvl="4"/>
            <a:r>
              <a:rPr lang="en-US" altLang="he-IL"/>
              <a:t>Fifth level</a:t>
            </a:r>
            <a:endParaRPr lang="en-US" altLang="en-US"/>
          </a:p>
        </p:txBody>
      </p:sp>
      <p:sp>
        <p:nvSpPr>
          <p:cNvPr id="1045" name="Text Box 21">
            <a:extLst>
              <a:ext uri="{FF2B5EF4-FFF2-40B4-BE49-F238E27FC236}">
                <a16:creationId xmlns:a16="http://schemas.microsoft.com/office/drawing/2014/main" id="{1981F0FF-DE32-A348-A100-D4FB3B35DBE8}"/>
              </a:ext>
            </a:extLst>
          </p:cNvPr>
          <p:cNvSpPr txBox="1">
            <a:spLocks noChangeArrowheads="1"/>
          </p:cNvSpPr>
          <p:nvPr/>
        </p:nvSpPr>
        <p:spPr bwMode="auto">
          <a:xfrm>
            <a:off x="7848600" y="6507163"/>
            <a:ext cx="914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spAutoFit/>
          </a:bodyPr>
          <a:lstStyle/>
          <a:p>
            <a:pPr algn="l"/>
            <a:r>
              <a:rPr lang="en-US" altLang="en-US" sz="1200">
                <a:solidFill>
                  <a:schemeClr val="tx1"/>
                </a:solidFill>
              </a:rPr>
              <a:t>Slide </a:t>
            </a:r>
            <a:fld id="{C7E27EA8-9474-CA48-BF49-3A970982E11E}" type="slidenum">
              <a:rPr lang="en-US" altLang="en-US" sz="1200">
                <a:solidFill>
                  <a:schemeClr val="tx1"/>
                </a:solidFill>
              </a:rPr>
              <a:pPr algn="l"/>
              <a:t>‹#›</a:t>
            </a:fld>
            <a:r>
              <a:rPr lang="en-US" altLang="en-US" sz="1200">
                <a:solidFill>
                  <a:schemeClr val="tx1"/>
                </a:solidFill>
              </a:rPr>
              <a:t>/49</a:t>
            </a:r>
          </a:p>
        </p:txBody>
      </p:sp>
      <p:sp>
        <p:nvSpPr>
          <p:cNvPr id="1046" name="Text Box 22">
            <a:extLst>
              <a:ext uri="{FF2B5EF4-FFF2-40B4-BE49-F238E27FC236}">
                <a16:creationId xmlns:a16="http://schemas.microsoft.com/office/drawing/2014/main" id="{F7162BC6-B79B-CE49-8698-0F7ABB20315B}"/>
              </a:ext>
            </a:extLst>
          </p:cNvPr>
          <p:cNvSpPr txBox="1">
            <a:spLocks noChangeArrowheads="1"/>
          </p:cNvSpPr>
          <p:nvPr/>
        </p:nvSpPr>
        <p:spPr bwMode="auto">
          <a:xfrm>
            <a:off x="533400" y="6507163"/>
            <a:ext cx="22098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spAutoFit/>
          </a:bodyPr>
          <a:lstStyle/>
          <a:p>
            <a:pPr algn="l"/>
            <a:r>
              <a:rPr lang="en-US" altLang="en-US" sz="1200" dirty="0">
                <a:solidFill>
                  <a:schemeClr val="tx1"/>
                </a:solidFill>
              </a:rPr>
              <a:t>HW Simulator Tutorial,</a:t>
            </a:r>
          </a:p>
        </p:txBody>
      </p:sp>
      <p:sp>
        <p:nvSpPr>
          <p:cNvPr id="1048" name="Line 24">
            <a:extLst>
              <a:ext uri="{FF2B5EF4-FFF2-40B4-BE49-F238E27FC236}">
                <a16:creationId xmlns:a16="http://schemas.microsoft.com/office/drawing/2014/main" id="{B3AFA585-4145-B244-BA82-A5FA48E54477}"/>
              </a:ext>
            </a:extLst>
          </p:cNvPr>
          <p:cNvSpPr>
            <a:spLocks noChangeShapeType="1"/>
          </p:cNvSpPr>
          <p:nvPr userDrawn="1"/>
        </p:nvSpPr>
        <p:spPr bwMode="auto">
          <a:xfrm>
            <a:off x="533400" y="6477000"/>
            <a:ext cx="8077200" cy="0"/>
          </a:xfrm>
          <a:prstGeom prst="line">
            <a:avLst/>
          </a:prstGeom>
          <a:noFill/>
          <a:ln w="9525">
            <a:solidFill>
              <a:srgbClr val="B058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1" name="Text Box 27">
            <a:extLst>
              <a:ext uri="{FF2B5EF4-FFF2-40B4-BE49-F238E27FC236}">
                <a16:creationId xmlns:a16="http://schemas.microsoft.com/office/drawing/2014/main" id="{7ADBC532-70CE-6F4D-B8E7-AF8CE2E2EB60}"/>
              </a:ext>
            </a:extLst>
          </p:cNvPr>
          <p:cNvSpPr txBox="1">
            <a:spLocks noChangeArrowheads="1"/>
          </p:cNvSpPr>
          <p:nvPr userDrawn="1"/>
        </p:nvSpPr>
        <p:spPr bwMode="auto">
          <a:xfrm>
            <a:off x="4267200" y="6507163"/>
            <a:ext cx="1295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spAutoFit/>
          </a:bodyPr>
          <a:lstStyle/>
          <a:p>
            <a:pPr algn="l"/>
            <a:r>
              <a:rPr lang="en-US" altLang="en-US" sz="1200">
                <a:solidFill>
                  <a:schemeClr val="tx1"/>
                </a:solidFill>
                <a:hlinkClick r:id="rId13" action="ppaction://hlinksldjump"/>
              </a:rPr>
              <a:t>Tutorial Index</a:t>
            </a:r>
            <a:endParaRPr lang="en-US" altLang="en-US" sz="1200">
              <a:solidFill>
                <a:schemeClr val="tx1"/>
              </a:solidFill>
            </a:endParaRPr>
          </a:p>
        </p:txBody>
      </p:sp>
      <p:sp>
        <p:nvSpPr>
          <p:cNvPr id="1052" name="Text Box 28">
            <a:extLst>
              <a:ext uri="{FF2B5EF4-FFF2-40B4-BE49-F238E27FC236}">
                <a16:creationId xmlns:a16="http://schemas.microsoft.com/office/drawing/2014/main" id="{2669ED9A-3A00-FB43-AA18-E00EEEA4DBAA}"/>
              </a:ext>
            </a:extLst>
          </p:cNvPr>
          <p:cNvSpPr txBox="1">
            <a:spLocks noChangeArrowheads="1"/>
          </p:cNvSpPr>
          <p:nvPr userDrawn="1"/>
        </p:nvSpPr>
        <p:spPr bwMode="auto">
          <a:xfrm>
            <a:off x="1981200" y="6507163"/>
            <a:ext cx="1600200" cy="274637"/>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200" dirty="0">
                <a:solidFill>
                  <a:schemeClr val="tx1"/>
                </a:solidFill>
              </a:rPr>
              <a:t>www.nand2tetris.org</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2400" kern="1200">
          <a:solidFill>
            <a:schemeClr val="tx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2pPr>
      <a:lvl3pPr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3pPr>
      <a:lvl4pPr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4pPr>
      <a:lvl5pPr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5pPr>
      <a:lvl6pPr marL="457200"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6pPr>
      <a:lvl7pPr marL="914400"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7pPr>
      <a:lvl8pPr marL="1371600"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8pPr>
      <a:lvl9pPr marL="1828800" algn="l" rtl="0" fontAlgn="base">
        <a:spcBef>
          <a:spcPct val="0"/>
        </a:spcBef>
        <a:spcAft>
          <a:spcPct val="0"/>
        </a:spcAft>
        <a:defRPr sz="2400">
          <a:solidFill>
            <a:schemeClr val="tx2"/>
          </a:solidFill>
          <a:latin typeface="Arial" panose="020B0604020202020204" pitchFamily="34" charset="0"/>
          <a:cs typeface="Arial" panose="020B0604020202020204" pitchFamily="34" charset="0"/>
        </a:defRPr>
      </a:lvl9pPr>
    </p:titleStyle>
    <p:bodyStyle>
      <a:lvl1pPr marL="342900" indent="-342900" algn="l" rtl="0" fontAlgn="base">
        <a:spcBef>
          <a:spcPct val="40000"/>
        </a:spcBef>
        <a:spcAft>
          <a:spcPct val="0"/>
        </a:spcAft>
        <a:buClr>
          <a:srgbClr val="006600"/>
        </a:buClr>
        <a:buSzPct val="110000"/>
        <a:buFont typeface="Wingdings" pitchFamily="2" charset="2"/>
        <a:buChar char="§"/>
        <a:tabLst>
          <a:tab pos="0" algn="l"/>
        </a:tabLst>
        <a:defRPr sz="2000" kern="1200">
          <a:solidFill>
            <a:schemeClr val="tx1"/>
          </a:solidFill>
          <a:latin typeface="+mn-lt"/>
          <a:ea typeface="+mn-ea"/>
          <a:cs typeface="+mn-cs"/>
        </a:defRPr>
      </a:lvl1pPr>
      <a:lvl2pPr marL="742950" indent="-285750" algn="l" rtl="0" fontAlgn="base">
        <a:spcBef>
          <a:spcPct val="40000"/>
        </a:spcBef>
        <a:spcAft>
          <a:spcPct val="0"/>
        </a:spcAft>
        <a:buClr>
          <a:srgbClr val="00007A"/>
        </a:buClr>
        <a:buSzPct val="125000"/>
        <a:buChar char="•"/>
        <a:tabLst>
          <a:tab pos="0" algn="l"/>
        </a:tabLst>
        <a:defRPr kern="1200">
          <a:solidFill>
            <a:schemeClr val="tx1"/>
          </a:solidFill>
          <a:latin typeface="+mn-lt"/>
          <a:ea typeface="+mn-ea"/>
          <a:cs typeface="+mn-cs"/>
        </a:defRPr>
      </a:lvl2pPr>
      <a:lvl3pPr marL="1143000" indent="-228600" algn="l" rtl="0" fontAlgn="base">
        <a:spcBef>
          <a:spcPct val="40000"/>
        </a:spcBef>
        <a:spcAft>
          <a:spcPct val="0"/>
        </a:spcAft>
        <a:buClr>
          <a:srgbClr val="A50021"/>
        </a:buClr>
        <a:buSzPct val="110000"/>
        <a:buChar char="•"/>
        <a:tabLst>
          <a:tab pos="0" algn="l"/>
        </a:tabLst>
        <a:defRPr sz="1600" kern="1200">
          <a:solidFill>
            <a:schemeClr val="tx1"/>
          </a:solidFill>
          <a:latin typeface="+mn-lt"/>
          <a:ea typeface="+mn-ea"/>
          <a:cs typeface="+mn-cs"/>
        </a:defRPr>
      </a:lvl3pPr>
      <a:lvl4pPr marL="1600200" indent="-228600" algn="l" rtl="0" fontAlgn="base">
        <a:spcBef>
          <a:spcPct val="40000"/>
        </a:spcBef>
        <a:spcAft>
          <a:spcPct val="0"/>
        </a:spcAft>
        <a:buChar char="–"/>
        <a:tabLst>
          <a:tab pos="0" algn="l"/>
        </a:tabLst>
        <a:defRPr sz="1600" kern="1200">
          <a:solidFill>
            <a:schemeClr val="tx1"/>
          </a:solidFill>
          <a:latin typeface="+mn-lt"/>
          <a:ea typeface="+mn-ea"/>
          <a:cs typeface="+mn-cs"/>
        </a:defRPr>
      </a:lvl4pPr>
      <a:lvl5pPr marL="2057400" indent="-228600" algn="l" rtl="0" fontAlgn="base">
        <a:spcBef>
          <a:spcPct val="40000"/>
        </a:spcBef>
        <a:spcAft>
          <a:spcPct val="0"/>
        </a:spcAft>
        <a:buChar char="»"/>
        <a:tabLst>
          <a:tab pos="0" algn="l"/>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nand2tetris.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slide" Target="slide6.xml"/><Relationship Id="rId7" Type="http://schemas.openxmlformats.org/officeDocument/2006/relationships/slide" Target="slide36.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slide" Target="slide27.xml"/><Relationship Id="rId5" Type="http://schemas.openxmlformats.org/officeDocument/2006/relationships/slide" Target="slide23.xml"/><Relationship Id="rId4" Type="http://schemas.openxmlformats.org/officeDocument/2006/relationships/slide" Target="slide15.xml"/><Relationship Id="rId9" Type="http://schemas.openxmlformats.org/officeDocument/2006/relationships/slide" Target="slide46.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47.xml"/><Relationship Id="rId1" Type="http://schemas.openxmlformats.org/officeDocument/2006/relationships/slideLayout" Target="../slideLayouts/slideLayout6.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202" name="Picture 2" descr="OPENOAM">
            <a:extLst>
              <a:ext uri="{FF2B5EF4-FFF2-40B4-BE49-F238E27FC236}">
                <a16:creationId xmlns:a16="http://schemas.microsoft.com/office/drawing/2014/main" id="{189AB628-C3F9-024B-BC36-EE401E28C8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1650"/>
          </a:xfrm>
          <a:prstGeom prst="rect">
            <a:avLst/>
          </a:prstGeom>
          <a:noFill/>
          <a:extLst>
            <a:ext uri="{909E8E84-426E-40DD-AFC4-6F175D3DCCD1}">
              <a14:hiddenFill xmlns:a14="http://schemas.microsoft.com/office/drawing/2010/main">
                <a:solidFill>
                  <a:srgbClr val="FFFFFF"/>
                </a:solidFill>
              </a14:hiddenFill>
            </a:ext>
          </a:extLst>
        </p:spPr>
      </p:pic>
      <p:sp>
        <p:nvSpPr>
          <p:cNvPr id="179203" name="Rectangle 3">
            <a:extLst>
              <a:ext uri="{FF2B5EF4-FFF2-40B4-BE49-F238E27FC236}">
                <a16:creationId xmlns:a16="http://schemas.microsoft.com/office/drawing/2014/main" id="{E2B648AD-1DD0-044B-B2E0-9B7F1E386249}"/>
              </a:ext>
            </a:extLst>
          </p:cNvPr>
          <p:cNvSpPr>
            <a:spLocks noGrp="1" noChangeArrowheads="1"/>
          </p:cNvSpPr>
          <p:nvPr>
            <p:ph type="subTitle" idx="1"/>
          </p:nvPr>
        </p:nvSpPr>
        <p:spPr>
          <a:xfrm>
            <a:off x="1371600" y="2220913"/>
            <a:ext cx="6400800" cy="3148554"/>
          </a:xfrm>
          <a:noFill/>
          <a:ln/>
        </p:spPr>
        <p:txBody>
          <a:bodyPr rIns="0">
            <a:spAutoFit/>
          </a:bodyPr>
          <a:lstStyle/>
          <a:p>
            <a:pPr marL="508000" indent="-508000">
              <a:spcBef>
                <a:spcPct val="0"/>
              </a:spcBef>
            </a:pPr>
            <a:r>
              <a:rPr lang="en-US" altLang="en-US" sz="1600" dirty="0"/>
              <a:t>This program is part of the software suite</a:t>
            </a:r>
          </a:p>
          <a:p>
            <a:pPr marL="508000" indent="-508000">
              <a:spcBef>
                <a:spcPct val="0"/>
              </a:spcBef>
            </a:pPr>
            <a:r>
              <a:rPr lang="en-US" altLang="en-US" sz="1600" dirty="0"/>
              <a:t>that accompanies the book</a:t>
            </a:r>
          </a:p>
          <a:p>
            <a:pPr marL="508000" indent="-508000">
              <a:spcBef>
                <a:spcPct val="60000"/>
              </a:spcBef>
            </a:pPr>
            <a:r>
              <a:rPr lang="en-US" altLang="en-US" sz="2000" b="1" i="1" dirty="0">
                <a:solidFill>
                  <a:srgbClr val="00007A"/>
                </a:solidFill>
                <a:cs typeface="Arial" panose="020B0604020202020204" pitchFamily="34" charset="0"/>
              </a:rPr>
              <a:t>The Elements of Computing Systems</a:t>
            </a:r>
            <a:endParaRPr lang="en-US" altLang="en-US" sz="2000" b="1" dirty="0">
              <a:solidFill>
                <a:srgbClr val="00007A"/>
              </a:solidFill>
              <a:cs typeface="Arial" panose="020B0604020202020204" pitchFamily="34" charset="0"/>
            </a:endParaRPr>
          </a:p>
          <a:p>
            <a:pPr marL="508000" indent="-508000">
              <a:spcBef>
                <a:spcPct val="20000"/>
              </a:spcBef>
            </a:pPr>
            <a:r>
              <a:rPr lang="en-US" altLang="en-US" sz="1600" dirty="0">
                <a:solidFill>
                  <a:srgbClr val="00007A"/>
                </a:solidFill>
                <a:cs typeface="Arial" panose="020B0604020202020204" pitchFamily="34" charset="0"/>
              </a:rPr>
              <a:t>by Noam Nisan and Shimon Schocken</a:t>
            </a:r>
          </a:p>
          <a:p>
            <a:pPr marL="508000" indent="-508000">
              <a:spcBef>
                <a:spcPct val="60000"/>
              </a:spcBef>
            </a:pPr>
            <a:r>
              <a:rPr lang="en-US" altLang="en-US" sz="1600" dirty="0"/>
              <a:t>MIT Press</a:t>
            </a:r>
          </a:p>
          <a:p>
            <a:pPr marL="508000" indent="-508000">
              <a:spcBef>
                <a:spcPct val="60000"/>
              </a:spcBef>
            </a:pPr>
            <a:r>
              <a:rPr lang="en-US" altLang="en-US" sz="1600" u="sng" dirty="0">
                <a:hlinkClick r:id="rId4"/>
              </a:rPr>
              <a:t>www.nand2tetris.org</a:t>
            </a:r>
            <a:endParaRPr lang="en-US" altLang="en-US" sz="1600" u="sng" dirty="0"/>
          </a:p>
          <a:p>
            <a:pPr marL="508000" indent="-508000">
              <a:spcBef>
                <a:spcPct val="60000"/>
              </a:spcBef>
            </a:pPr>
            <a:r>
              <a:rPr lang="en-US" altLang="en-US" sz="1600" dirty="0"/>
              <a:t>Developed by students at the</a:t>
            </a:r>
          </a:p>
          <a:p>
            <a:pPr marL="508000" indent="-508000">
              <a:spcBef>
                <a:spcPct val="0"/>
              </a:spcBef>
            </a:pPr>
            <a:r>
              <a:rPr lang="en-US" altLang="en-US" sz="1600" dirty="0"/>
              <a:t>Efi Arazi School of Computer Science Reichman University</a:t>
            </a:r>
          </a:p>
          <a:p>
            <a:pPr marL="508000" indent="-508000">
              <a:spcBef>
                <a:spcPct val="60000"/>
              </a:spcBef>
            </a:pPr>
            <a:r>
              <a:rPr lang="en-US" altLang="en-US" sz="1600" dirty="0"/>
              <a:t>Chief Software Architect: </a:t>
            </a:r>
            <a:r>
              <a:rPr lang="en-US" altLang="en-US" sz="1600" dirty="0" err="1"/>
              <a:t>Yaron</a:t>
            </a:r>
            <a:r>
              <a:rPr lang="en-US" altLang="en-US" sz="1600" dirty="0"/>
              <a:t> </a:t>
            </a:r>
            <a:r>
              <a:rPr lang="en-US" altLang="en-US" sz="1600" dirty="0" err="1"/>
              <a:t>Ukrainitz</a:t>
            </a:r>
            <a:endParaRPr lang="en-US" altLang="en-US" sz="1600" dirty="0"/>
          </a:p>
        </p:txBody>
      </p:sp>
      <p:sp>
        <p:nvSpPr>
          <p:cNvPr id="179204" name="Rectangle 4">
            <a:extLst>
              <a:ext uri="{FF2B5EF4-FFF2-40B4-BE49-F238E27FC236}">
                <a16:creationId xmlns:a16="http://schemas.microsoft.com/office/drawing/2014/main" id="{5693DF05-E53A-6045-96EB-5F7143A54137}"/>
              </a:ext>
            </a:extLst>
          </p:cNvPr>
          <p:cNvSpPr>
            <a:spLocks noGrp="1" noChangeArrowheads="1"/>
          </p:cNvSpPr>
          <p:nvPr>
            <p:ph type="ctrTitle"/>
          </p:nvPr>
        </p:nvSpPr>
        <p:spPr>
          <a:xfrm>
            <a:off x="1485900" y="1524000"/>
            <a:ext cx="6172200" cy="533400"/>
          </a:xfrm>
          <a:noFill/>
          <a:ln/>
        </p:spPr>
        <p:txBody>
          <a:bodyPr anchor="t"/>
          <a:lstStyle/>
          <a:p>
            <a:r>
              <a:rPr lang="en-US" altLang="en-US" sz="2800">
                <a:solidFill>
                  <a:srgbClr val="00007A"/>
                </a:solidFill>
                <a:latin typeface="Arial Unicode MS" panose="020B0604020202020204" pitchFamily="34" charset="-128"/>
                <a:ea typeface="Arial Unicode MS" panose="020B0604020202020204" pitchFamily="34" charset="-128"/>
                <a:cs typeface="Arial Unicode MS" panose="020B0604020202020204" pitchFamily="34" charset="-128"/>
              </a:rPr>
              <a:t>Hardware Simulator Tutorial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25FAF779-F246-4947-B957-79D519714A29}"/>
              </a:ext>
            </a:extLst>
          </p:cNvPr>
          <p:cNvSpPr>
            <a:spLocks noGrp="1" noChangeArrowheads="1"/>
          </p:cNvSpPr>
          <p:nvPr>
            <p:ph type="title"/>
          </p:nvPr>
        </p:nvSpPr>
        <p:spPr/>
        <p:txBody>
          <a:bodyPr/>
          <a:lstStyle/>
          <a:p>
            <a:r>
              <a:rPr lang="en-US" altLang="en-US"/>
              <a:t>Background</a:t>
            </a:r>
          </a:p>
        </p:txBody>
      </p:sp>
      <p:pic>
        <p:nvPicPr>
          <p:cNvPr id="180227" name="Picture 3" descr="j0123413">
            <a:extLst>
              <a:ext uri="{FF2B5EF4-FFF2-40B4-BE49-F238E27FC236}">
                <a16:creationId xmlns:a16="http://schemas.microsoft.com/office/drawing/2014/main" id="{0CCDBED8-BA12-C240-8E0C-A667B75E3F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685800"/>
            <a:ext cx="7086600" cy="5638800"/>
          </a:xfrm>
          <a:prstGeom prst="rect">
            <a:avLst/>
          </a:prstGeom>
          <a:noFill/>
          <a:extLst>
            <a:ext uri="{909E8E84-426E-40DD-AFC4-6F175D3DCCD1}">
              <a14:hiddenFill xmlns:a14="http://schemas.microsoft.com/office/drawing/2010/main">
                <a:solidFill>
                  <a:srgbClr val="FFFFFF"/>
                </a:solidFill>
              </a14:hiddenFill>
            </a:ext>
          </a:extLst>
        </p:spPr>
      </p:pic>
      <p:sp>
        <p:nvSpPr>
          <p:cNvPr id="180228" name="Text Box 4">
            <a:extLst>
              <a:ext uri="{FF2B5EF4-FFF2-40B4-BE49-F238E27FC236}">
                <a16:creationId xmlns:a16="http://schemas.microsoft.com/office/drawing/2014/main" id="{5682822F-37D4-984E-A6E7-14FBAF366C21}"/>
              </a:ext>
            </a:extLst>
          </p:cNvPr>
          <p:cNvSpPr txBox="1">
            <a:spLocks noChangeArrowheads="1"/>
          </p:cNvSpPr>
          <p:nvPr/>
        </p:nvSpPr>
        <p:spPr bwMode="auto">
          <a:xfrm>
            <a:off x="1981200" y="1116013"/>
            <a:ext cx="5257800" cy="4125912"/>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600" i="1">
                <a:solidFill>
                  <a:schemeClr val="tx1"/>
                </a:solidFill>
                <a:latin typeface="Comic Sans MS" panose="030F0902030302020204" pitchFamily="66" charset="0"/>
              </a:rPr>
              <a:t>The Elements of Computing Systems</a:t>
            </a:r>
            <a:r>
              <a:rPr lang="en-US" altLang="en-US" sz="1600">
                <a:solidFill>
                  <a:schemeClr val="tx1"/>
                </a:solidFill>
                <a:latin typeface="Comic Sans MS" panose="030F0902030302020204" pitchFamily="66" charset="0"/>
              </a:rPr>
              <a:t> evolves around the construction of a complete computer system, done in the framework of a 1- or 2-semester course.</a:t>
            </a:r>
          </a:p>
          <a:p>
            <a:pPr algn="l">
              <a:spcBef>
                <a:spcPct val="50000"/>
              </a:spcBef>
            </a:pPr>
            <a:r>
              <a:rPr lang="en-US" altLang="en-US" sz="1600">
                <a:solidFill>
                  <a:schemeClr val="tx1"/>
                </a:solidFill>
                <a:latin typeface="Comic Sans MS" panose="030F0902030302020204" pitchFamily="66" charset="0"/>
              </a:rPr>
              <a:t>In the first part of the book/course, we build the hardware platform of a simple yet powerful computer, called Hack.  In the second part, we build the computer’s software hierarchy, consisting of an assembler, a virtual machine, a simple Java-like language called Jack, a compiler for it, and a mini operating system, written in Jack.</a:t>
            </a:r>
          </a:p>
          <a:p>
            <a:pPr algn="l">
              <a:spcBef>
                <a:spcPct val="50000"/>
              </a:spcBef>
            </a:pPr>
            <a:r>
              <a:rPr lang="en-US" altLang="en-US" sz="1600">
                <a:solidFill>
                  <a:schemeClr val="tx1"/>
                </a:solidFill>
                <a:latin typeface="Comic Sans MS" panose="030F0902030302020204" pitchFamily="66" charset="0"/>
              </a:rPr>
              <a:t>The book/course is completely self-contained, requiring only programming as a pre-requisite.</a:t>
            </a:r>
          </a:p>
          <a:p>
            <a:pPr algn="l">
              <a:spcBef>
                <a:spcPct val="50000"/>
              </a:spcBef>
            </a:pPr>
            <a:r>
              <a:rPr lang="en-US" altLang="en-US" sz="1600">
                <a:solidFill>
                  <a:schemeClr val="tx1"/>
                </a:solidFill>
                <a:latin typeface="Comic Sans MS" panose="030F0902030302020204" pitchFamily="66" charset="0"/>
              </a:rPr>
              <a:t>The book’s web site includes some 200 test programs, test scripts, and all the software </a:t>
            </a:r>
            <a:br>
              <a:rPr lang="en-US" altLang="en-US" sz="1600">
                <a:solidFill>
                  <a:schemeClr val="tx1"/>
                </a:solidFill>
                <a:latin typeface="Comic Sans MS" panose="030F0902030302020204" pitchFamily="66" charset="0"/>
              </a:rPr>
            </a:br>
            <a:r>
              <a:rPr lang="en-US" altLang="en-US" sz="1600">
                <a:solidFill>
                  <a:schemeClr val="tx1"/>
                </a:solidFill>
                <a:latin typeface="Comic Sans MS" panose="030F0902030302020204" pitchFamily="66" charset="0"/>
              </a:rPr>
              <a:t>tools necessary for doing all the projects.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0010" name="Picture 2074">
            <a:extLst>
              <a:ext uri="{FF2B5EF4-FFF2-40B4-BE49-F238E27FC236}">
                <a16:creationId xmlns:a16="http://schemas.microsoft.com/office/drawing/2014/main" id="{1B0E4803-C4A1-EF41-A7D7-0C51561C1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7656" t="15625" r="27344" b="31250"/>
          <a:stretch>
            <a:fillRect/>
          </a:stretch>
        </p:blipFill>
        <p:spPr bwMode="auto">
          <a:xfrm>
            <a:off x="457200" y="914400"/>
            <a:ext cx="3300413" cy="52578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9986" name="Rectangle 2050">
            <a:extLst>
              <a:ext uri="{FF2B5EF4-FFF2-40B4-BE49-F238E27FC236}">
                <a16:creationId xmlns:a16="http://schemas.microsoft.com/office/drawing/2014/main" id="{044BE42D-82B5-0844-81F3-ACE0517649B5}"/>
              </a:ext>
            </a:extLst>
          </p:cNvPr>
          <p:cNvSpPr>
            <a:spLocks noGrp="1" noChangeArrowheads="1"/>
          </p:cNvSpPr>
          <p:nvPr>
            <p:ph type="title"/>
          </p:nvPr>
        </p:nvSpPr>
        <p:spPr/>
        <p:txBody>
          <a:bodyPr/>
          <a:lstStyle/>
          <a:p>
            <a:r>
              <a:rPr lang="en-US" altLang="en-US"/>
              <a:t>The book’s software suite</a:t>
            </a:r>
          </a:p>
        </p:txBody>
      </p:sp>
      <p:grpSp>
        <p:nvGrpSpPr>
          <p:cNvPr id="170005" name="Group 2069">
            <a:extLst>
              <a:ext uri="{FF2B5EF4-FFF2-40B4-BE49-F238E27FC236}">
                <a16:creationId xmlns:a16="http://schemas.microsoft.com/office/drawing/2014/main" id="{A150EE0F-4D72-A44F-8486-FAF7C0142C97}"/>
              </a:ext>
            </a:extLst>
          </p:cNvPr>
          <p:cNvGrpSpPr>
            <a:grpSpLocks/>
          </p:cNvGrpSpPr>
          <p:nvPr/>
        </p:nvGrpSpPr>
        <p:grpSpPr bwMode="auto">
          <a:xfrm>
            <a:off x="381000" y="2286000"/>
            <a:ext cx="3429000" cy="2133600"/>
            <a:chOff x="240" y="1392"/>
            <a:chExt cx="2160" cy="1344"/>
          </a:xfrm>
        </p:grpSpPr>
        <p:sp>
          <p:nvSpPr>
            <p:cNvPr id="170004" name="Rectangle 2068">
              <a:extLst>
                <a:ext uri="{FF2B5EF4-FFF2-40B4-BE49-F238E27FC236}">
                  <a16:creationId xmlns:a16="http://schemas.microsoft.com/office/drawing/2014/main" id="{B34CAA10-E7BF-BC43-8624-B7D457D8423D}"/>
                </a:ext>
              </a:extLst>
            </p:cNvPr>
            <p:cNvSpPr>
              <a:spLocks noChangeArrowheads="1"/>
            </p:cNvSpPr>
            <p:nvPr/>
          </p:nvSpPr>
          <p:spPr bwMode="auto">
            <a:xfrm>
              <a:off x="240" y="2448"/>
              <a:ext cx="2160" cy="288"/>
            </a:xfrm>
            <a:prstGeom prst="rect">
              <a:avLst/>
            </a:prstGeom>
            <a:noFill/>
            <a:ln w="25400">
              <a:solidFill>
                <a:srgbClr val="CC3300"/>
              </a:solidFill>
              <a:miter lim="800000"/>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rIns="54000" anchor="ctr"/>
            <a:lstStyle/>
            <a:p>
              <a:endParaRPr lang="en-US"/>
            </a:p>
          </p:txBody>
        </p:sp>
        <p:sp>
          <p:nvSpPr>
            <p:cNvPr id="170003" name="AutoShape 2067">
              <a:extLst>
                <a:ext uri="{FF2B5EF4-FFF2-40B4-BE49-F238E27FC236}">
                  <a16:creationId xmlns:a16="http://schemas.microsoft.com/office/drawing/2014/main" id="{473B3B26-895C-7A48-951C-B54E05235DE7}"/>
                </a:ext>
              </a:extLst>
            </p:cNvPr>
            <p:cNvSpPr>
              <a:spLocks noChangeArrowheads="1"/>
            </p:cNvSpPr>
            <p:nvPr/>
          </p:nvSpPr>
          <p:spPr bwMode="auto">
            <a:xfrm>
              <a:off x="1200" y="1392"/>
              <a:ext cx="960" cy="720"/>
            </a:xfrm>
            <a:prstGeom prst="wedgeRoundRectCallout">
              <a:avLst>
                <a:gd name="adj1" fmla="val -13750"/>
                <a:gd name="adj2" fmla="val 11055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82800"/>
            <a:lstStyle>
              <a:lvl1pPr marL="103188" indent="-6350"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50000"/>
                </a:spcBef>
                <a:buClr>
                  <a:srgbClr val="006600"/>
                </a:buClr>
                <a:buFont typeface="Wingdings" pitchFamily="2" charset="2"/>
                <a:buNone/>
              </a:pPr>
              <a:r>
                <a:rPr lang="en-US" altLang="en-US" sz="1400">
                  <a:latin typeface="Arial" panose="020B0604020202020204" pitchFamily="34" charset="0"/>
                  <a:cs typeface="Arial" panose="020B0604020202020204" pitchFamily="34" charset="0"/>
                </a:rPr>
                <a:t>This tutorial is about the </a:t>
              </a:r>
              <a:r>
                <a:rPr lang="en-US" altLang="en-US" sz="1400" b="1">
                  <a:latin typeface="Arial" panose="020B0604020202020204" pitchFamily="34" charset="0"/>
                  <a:cs typeface="Arial" panose="020B0604020202020204" pitchFamily="34" charset="0"/>
                </a:rPr>
                <a:t>hardware simulator</a:t>
              </a:r>
              <a:r>
                <a:rPr lang="en-US" altLang="en-US" sz="1400">
                  <a:latin typeface="Arial" panose="020B0604020202020204" pitchFamily="34" charset="0"/>
                  <a:cs typeface="Arial" panose="020B0604020202020204" pitchFamily="34" charset="0"/>
                </a:rPr>
                <a:t>.</a:t>
              </a:r>
            </a:p>
          </p:txBody>
        </p:sp>
      </p:grpSp>
      <p:sp>
        <p:nvSpPr>
          <p:cNvPr id="170007" name="Rectangle 2071">
            <a:extLst>
              <a:ext uri="{FF2B5EF4-FFF2-40B4-BE49-F238E27FC236}">
                <a16:creationId xmlns:a16="http://schemas.microsoft.com/office/drawing/2014/main" id="{32D41489-6857-2648-91C3-47DCC472BFAE}"/>
              </a:ext>
            </a:extLst>
          </p:cNvPr>
          <p:cNvSpPr>
            <a:spLocks noChangeArrowheads="1"/>
          </p:cNvSpPr>
          <p:nvPr/>
        </p:nvSpPr>
        <p:spPr bwMode="auto">
          <a:xfrm>
            <a:off x="4114800" y="2971800"/>
            <a:ext cx="4724400" cy="1371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193675" indent="-193675"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66763"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858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49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2000" u="sng">
                <a:latin typeface="Arial" panose="020B0604020202020204" pitchFamily="34" charset="0"/>
              </a:rPr>
              <a:t>Translators </a:t>
            </a:r>
            <a:r>
              <a:rPr lang="en-US" altLang="en-US" sz="1800">
                <a:latin typeface="Arial" panose="020B0604020202020204" pitchFamily="34" charset="0"/>
                <a:cs typeface="Arial" panose="020B0604020202020204" pitchFamily="34" charset="0"/>
              </a:rPr>
              <a:t>(</a:t>
            </a:r>
            <a:r>
              <a:rPr lang="en-US" altLang="en-US" sz="1400" b="1">
                <a:latin typeface="Courier New" panose="02070309020205020404" pitchFamily="49" charset="0"/>
                <a:cs typeface="Courier New" panose="02070309020205020404" pitchFamily="49" charset="0"/>
              </a:rPr>
              <a:t>Assembler</a:t>
            </a:r>
            <a:r>
              <a:rPr lang="en-US" altLang="en-US" sz="1800">
                <a:latin typeface="Arial" panose="020B0604020202020204" pitchFamily="34" charset="0"/>
                <a:cs typeface="Arial" panose="020B0604020202020204" pitchFamily="34" charset="0"/>
              </a:rPr>
              <a:t>, </a:t>
            </a:r>
            <a:r>
              <a:rPr lang="en-US" altLang="en-US" sz="1400" b="1">
                <a:latin typeface="Courier New" panose="02070309020205020404" pitchFamily="49" charset="0"/>
                <a:cs typeface="Courier New" panose="02070309020205020404" pitchFamily="49" charset="0"/>
              </a:rPr>
              <a:t>JackCompiler</a:t>
            </a:r>
            <a:r>
              <a:rPr lang="en-US" altLang="en-US" sz="1800">
                <a:latin typeface="Arial" panose="020B0604020202020204" pitchFamily="34" charset="0"/>
                <a:cs typeface="Arial" panose="020B0604020202020204" pitchFamily="34" charset="0"/>
              </a:rPr>
              <a:t>):</a:t>
            </a:r>
          </a:p>
          <a:p>
            <a:pPr algn="l" rtl="0">
              <a:spcBef>
                <a:spcPct val="50000"/>
              </a:spcBef>
              <a:buClr>
                <a:srgbClr val="006600"/>
              </a:buClr>
              <a:buFont typeface="Wingdings" pitchFamily="2" charset="2"/>
              <a:buChar char="§"/>
            </a:pPr>
            <a:r>
              <a:rPr lang="en-US" altLang="en-US" sz="1600">
                <a:latin typeface="Arial" panose="020B0604020202020204" pitchFamily="34" charset="0"/>
                <a:cs typeface="Arial" panose="020B0604020202020204" pitchFamily="34" charset="0"/>
              </a:rPr>
              <a:t>Used to translate from high-level to low-level;</a:t>
            </a:r>
          </a:p>
          <a:p>
            <a:pPr algn="l" rtl="0">
              <a:spcBef>
                <a:spcPct val="50000"/>
              </a:spcBef>
              <a:buClr>
                <a:srgbClr val="006600"/>
              </a:buClr>
              <a:buFont typeface="Wingdings" pitchFamily="2" charset="2"/>
              <a:buChar char="§"/>
            </a:pPr>
            <a:r>
              <a:rPr lang="en-US" altLang="en-US" sz="1600">
                <a:solidFill>
                  <a:srgbClr val="00007A"/>
                </a:solidFill>
                <a:latin typeface="Arial" panose="020B0604020202020204" pitchFamily="34" charset="0"/>
                <a:cs typeface="Arial" panose="020B0604020202020204" pitchFamily="34" charset="0"/>
              </a:rPr>
              <a:t>Developed by the students, using the book’s specs; Executable solutions supplied by us.</a:t>
            </a:r>
          </a:p>
        </p:txBody>
      </p:sp>
      <p:sp>
        <p:nvSpPr>
          <p:cNvPr id="170008" name="Rectangle 2072">
            <a:extLst>
              <a:ext uri="{FF2B5EF4-FFF2-40B4-BE49-F238E27FC236}">
                <a16:creationId xmlns:a16="http://schemas.microsoft.com/office/drawing/2014/main" id="{297C54C0-9CDA-D949-9A81-8DDAE9126578}"/>
              </a:ext>
            </a:extLst>
          </p:cNvPr>
          <p:cNvSpPr>
            <a:spLocks noChangeArrowheads="1"/>
          </p:cNvSpPr>
          <p:nvPr/>
        </p:nvSpPr>
        <p:spPr bwMode="auto">
          <a:xfrm>
            <a:off x="4114800" y="4343400"/>
            <a:ext cx="4572000" cy="1828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193675" indent="-193675"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66763"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858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49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2000" u="sng">
                <a:latin typeface="Arial" panose="020B0604020202020204" pitchFamily="34" charset="0"/>
              </a:rPr>
              <a:t>Other</a:t>
            </a:r>
            <a:endParaRPr lang="en-US" altLang="en-US" sz="1800">
              <a:latin typeface="Arial" panose="020B0604020202020204" pitchFamily="34" charset="0"/>
              <a:cs typeface="Arial" panose="020B0604020202020204" pitchFamily="34" charset="0"/>
            </a:endParaRPr>
          </a:p>
          <a:p>
            <a:pPr algn="l" rtl="0">
              <a:spcBef>
                <a:spcPct val="50000"/>
              </a:spcBef>
              <a:buClr>
                <a:srgbClr val="006600"/>
              </a:buClr>
              <a:buFont typeface="Wingdings" pitchFamily="2" charset="2"/>
              <a:buChar char="§"/>
            </a:pPr>
            <a:r>
              <a:rPr lang="en-US" altLang="en-US" sz="1400" b="1">
                <a:latin typeface="Courier New" panose="02070309020205020404" pitchFamily="49" charset="0"/>
                <a:cs typeface="Courier New" panose="02070309020205020404" pitchFamily="49" charset="0"/>
              </a:rPr>
              <a:t>Bin</a:t>
            </a:r>
            <a:r>
              <a:rPr lang="en-US" altLang="en-US" sz="1600">
                <a:latin typeface="Arial" panose="020B0604020202020204" pitchFamily="34" charset="0"/>
                <a:cs typeface="Arial" panose="020B0604020202020204" pitchFamily="34" charset="0"/>
              </a:rPr>
              <a:t>: simulators and translators software;</a:t>
            </a:r>
          </a:p>
          <a:p>
            <a:pPr algn="l" rtl="0">
              <a:spcBef>
                <a:spcPct val="50000"/>
              </a:spcBef>
              <a:buClr>
                <a:srgbClr val="006600"/>
              </a:buClr>
              <a:buFont typeface="Wingdings" pitchFamily="2" charset="2"/>
              <a:buChar char="§"/>
            </a:pPr>
            <a:r>
              <a:rPr lang="en-US" altLang="en-US" sz="1400" b="1">
                <a:latin typeface="Courier New" panose="02070309020205020404" pitchFamily="49" charset="0"/>
                <a:cs typeface="Courier New" panose="02070309020205020404" pitchFamily="49" charset="0"/>
              </a:rPr>
              <a:t>builtIn</a:t>
            </a:r>
            <a:r>
              <a:rPr lang="en-US" altLang="en-US" sz="1600">
                <a:latin typeface="Arial" panose="020B0604020202020204" pitchFamily="34" charset="0"/>
                <a:cs typeface="Arial" panose="020B0604020202020204" pitchFamily="34" charset="0"/>
              </a:rPr>
              <a:t>: executable versions of all the logic gates and chips mentioned in the book;</a:t>
            </a:r>
          </a:p>
          <a:p>
            <a:pPr algn="l" rtl="0">
              <a:spcBef>
                <a:spcPct val="50000"/>
              </a:spcBef>
              <a:buClr>
                <a:srgbClr val="006600"/>
              </a:buClr>
              <a:buFont typeface="Wingdings" pitchFamily="2" charset="2"/>
              <a:buChar char="§"/>
            </a:pPr>
            <a:r>
              <a:rPr lang="en-US" altLang="en-US" sz="1400" b="1">
                <a:latin typeface="Courier New" panose="02070309020205020404" pitchFamily="49" charset="0"/>
                <a:cs typeface="Courier New" panose="02070309020205020404" pitchFamily="49" charset="0"/>
              </a:rPr>
              <a:t>OS</a:t>
            </a:r>
            <a:r>
              <a:rPr lang="en-US" altLang="en-US" sz="1600">
                <a:latin typeface="Arial" panose="020B0604020202020204" pitchFamily="34" charset="0"/>
                <a:cs typeface="Arial" panose="020B0604020202020204" pitchFamily="34" charset="0"/>
              </a:rPr>
              <a:t>: executable version of the Jack OS;</a:t>
            </a:r>
          </a:p>
          <a:p>
            <a:pPr algn="l" rtl="0">
              <a:spcBef>
                <a:spcPct val="50000"/>
              </a:spcBef>
              <a:buClr>
                <a:srgbClr val="006600"/>
              </a:buClr>
              <a:buFont typeface="Wingdings" pitchFamily="2" charset="2"/>
              <a:buChar char="§"/>
            </a:pPr>
            <a:r>
              <a:rPr lang="en-US" altLang="en-US" sz="1400" b="1">
                <a:latin typeface="Courier New" panose="02070309020205020404" pitchFamily="49" charset="0"/>
                <a:cs typeface="Courier New" panose="02070309020205020404" pitchFamily="49" charset="0"/>
              </a:rPr>
              <a:t>TextComparer</a:t>
            </a:r>
            <a:r>
              <a:rPr lang="en-US" altLang="en-US" sz="1600">
                <a:latin typeface="Arial" panose="020B0604020202020204" pitchFamily="34" charset="0"/>
                <a:cs typeface="Arial" panose="020B0604020202020204" pitchFamily="34" charset="0"/>
              </a:rPr>
              <a:t>: a text comparison utility.</a:t>
            </a:r>
            <a:endParaRPr lang="en-US" altLang="en-US" sz="1600">
              <a:solidFill>
                <a:srgbClr val="00007A"/>
              </a:solidFill>
              <a:latin typeface="Arial" panose="020B0604020202020204" pitchFamily="34" charset="0"/>
              <a:cs typeface="Arial" panose="020B0604020202020204" pitchFamily="34" charset="0"/>
            </a:endParaRPr>
          </a:p>
        </p:txBody>
      </p:sp>
      <p:sp>
        <p:nvSpPr>
          <p:cNvPr id="170009" name="Rectangle 2073">
            <a:extLst>
              <a:ext uri="{FF2B5EF4-FFF2-40B4-BE49-F238E27FC236}">
                <a16:creationId xmlns:a16="http://schemas.microsoft.com/office/drawing/2014/main" id="{B0042B22-6A57-5744-A816-4B01D7C9620C}"/>
              </a:ext>
            </a:extLst>
          </p:cNvPr>
          <p:cNvSpPr>
            <a:spLocks noChangeArrowheads="1"/>
          </p:cNvSpPr>
          <p:nvPr/>
        </p:nvSpPr>
        <p:spPr bwMode="auto">
          <a:xfrm>
            <a:off x="4267200" y="685800"/>
            <a:ext cx="4876800" cy="2286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246063" indent="-246063" algn="r" rtl="1">
              <a:tabLst>
                <a:tab pos="193675" algn="l"/>
              </a:tabLst>
              <a:defRPr sz="2400">
                <a:solidFill>
                  <a:schemeClr val="tx1"/>
                </a:solidFill>
                <a:latin typeface="Times New Roman" panose="02020603050405020304" pitchFamily="18" charset="0"/>
                <a:cs typeface="Times New Roman (Hebrew)" panose="02020603050405020304" pitchFamily="18" charset="0"/>
              </a:defRPr>
            </a:lvl1pPr>
            <a:lvl2pPr marL="819150" indent="-285750" algn="r" rtl="1">
              <a:tabLst>
                <a:tab pos="193675" algn="l"/>
              </a:tabLst>
              <a:defRPr sz="2400">
                <a:solidFill>
                  <a:schemeClr val="tx1"/>
                </a:solidFill>
                <a:latin typeface="Times New Roman" panose="02020603050405020304" pitchFamily="18" charset="0"/>
                <a:cs typeface="Times New Roman (Hebrew)" panose="02020603050405020304" pitchFamily="18" charset="0"/>
              </a:defRPr>
            </a:lvl2pPr>
            <a:lvl3pPr marL="1238250" indent="-228600" algn="r" rtl="1">
              <a:tabLst>
                <a:tab pos="193675" algn="l"/>
              </a:tabLst>
              <a:defRPr sz="2400">
                <a:solidFill>
                  <a:schemeClr val="tx1"/>
                </a:solidFill>
                <a:latin typeface="Times New Roman" panose="02020603050405020304" pitchFamily="18" charset="0"/>
                <a:cs typeface="Times New Roman (Hebrew)" panose="02020603050405020304" pitchFamily="18" charset="0"/>
              </a:defRPr>
            </a:lvl3pPr>
            <a:lvl4pPr marL="1657350" indent="-228600" algn="r" rtl="1">
              <a:tabLst>
                <a:tab pos="193675" algn="l"/>
              </a:tabLst>
              <a:defRPr sz="2400">
                <a:solidFill>
                  <a:schemeClr val="tx1"/>
                </a:solidFill>
                <a:latin typeface="Times New Roman" panose="02020603050405020304" pitchFamily="18" charset="0"/>
                <a:cs typeface="Times New Roman (Hebrew)" panose="02020603050405020304" pitchFamily="18" charset="0"/>
              </a:defRPr>
            </a:lvl4pPr>
            <a:lvl5pPr marL="2076450" indent="-228600" algn="r" rtl="1">
              <a:tabLst>
                <a:tab pos="193675" algn="l"/>
              </a:tabLst>
              <a:defRPr sz="2400">
                <a:solidFill>
                  <a:schemeClr val="tx1"/>
                </a:solidFill>
                <a:latin typeface="Times New Roman" panose="02020603050405020304" pitchFamily="18" charset="0"/>
                <a:cs typeface="Times New Roman (Hebrew)" panose="02020603050405020304" pitchFamily="18" charset="0"/>
              </a:defRPr>
            </a:lvl5pPr>
            <a:lvl6pPr marL="2533650" indent="-228600" algn="r" rtl="1" fontAlgn="base">
              <a:spcBef>
                <a:spcPct val="0"/>
              </a:spcBef>
              <a:spcAft>
                <a:spcPct val="0"/>
              </a:spcAft>
              <a:tabLst>
                <a:tab pos="193675" algn="l"/>
              </a:tabLst>
              <a:defRPr sz="2400">
                <a:solidFill>
                  <a:schemeClr val="tx1"/>
                </a:solidFill>
                <a:latin typeface="Times New Roman" panose="02020603050405020304" pitchFamily="18" charset="0"/>
                <a:cs typeface="Times New Roman (Hebrew)" panose="02020603050405020304" pitchFamily="18" charset="0"/>
              </a:defRPr>
            </a:lvl6pPr>
            <a:lvl7pPr marL="2990850" indent="-228600" algn="r" rtl="1" fontAlgn="base">
              <a:spcBef>
                <a:spcPct val="0"/>
              </a:spcBef>
              <a:spcAft>
                <a:spcPct val="0"/>
              </a:spcAft>
              <a:tabLst>
                <a:tab pos="193675" algn="l"/>
              </a:tabLst>
              <a:defRPr sz="2400">
                <a:solidFill>
                  <a:schemeClr val="tx1"/>
                </a:solidFill>
                <a:latin typeface="Times New Roman" panose="02020603050405020304" pitchFamily="18" charset="0"/>
                <a:cs typeface="Times New Roman (Hebrew)" panose="02020603050405020304" pitchFamily="18" charset="0"/>
              </a:defRPr>
            </a:lvl7pPr>
            <a:lvl8pPr marL="3448050" indent="-228600" algn="r" rtl="1" fontAlgn="base">
              <a:spcBef>
                <a:spcPct val="0"/>
              </a:spcBef>
              <a:spcAft>
                <a:spcPct val="0"/>
              </a:spcAft>
              <a:tabLst>
                <a:tab pos="193675" algn="l"/>
              </a:tabLst>
              <a:defRPr sz="2400">
                <a:solidFill>
                  <a:schemeClr val="tx1"/>
                </a:solidFill>
                <a:latin typeface="Times New Roman" panose="02020603050405020304" pitchFamily="18" charset="0"/>
                <a:cs typeface="Times New Roman (Hebrew)" panose="02020603050405020304" pitchFamily="18" charset="0"/>
              </a:defRPr>
            </a:lvl8pPr>
            <a:lvl9pPr marL="3905250" indent="-228600" algn="r" rtl="1" fontAlgn="base">
              <a:spcBef>
                <a:spcPct val="0"/>
              </a:spcBef>
              <a:spcAft>
                <a:spcPct val="0"/>
              </a:spcAft>
              <a:tabLst>
                <a:tab pos="193675"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400">
                <a:latin typeface="Arial" panose="020B0604020202020204" pitchFamily="34" charset="0"/>
              </a:rPr>
              <a:t>(All the supplied tools are dual-platform:</a:t>
            </a:r>
            <a:r>
              <a:rPr lang="en-US" altLang="en-US" sz="1400" i="1">
                <a:latin typeface="Arial" panose="020B0604020202020204" pitchFamily="34" charset="0"/>
                <a:cs typeface="Arial" panose="020B0604020202020204" pitchFamily="34" charset="0"/>
              </a:rPr>
              <a:t> </a:t>
            </a:r>
            <a:r>
              <a:rPr lang="en-US" altLang="en-US" sz="1400" b="1">
                <a:latin typeface="Courier New" panose="02070309020205020404" pitchFamily="49" charset="0"/>
                <a:cs typeface="Courier New" panose="02070309020205020404" pitchFamily="49" charset="0"/>
              </a:rPr>
              <a:t>Xxx.bat</a:t>
            </a:r>
            <a:r>
              <a:rPr lang="en-US" altLang="en-US" sz="1400">
                <a:latin typeface="Arial" panose="020B0604020202020204" pitchFamily="34" charset="0"/>
                <a:cs typeface="Arial" panose="020B0604020202020204" pitchFamily="34" charset="0"/>
              </a:rPr>
              <a:t> starts</a:t>
            </a:r>
            <a:br>
              <a:rPr lang="en-US" altLang="en-US" sz="1400">
                <a:latin typeface="Arial" panose="020B0604020202020204" pitchFamily="34" charset="0"/>
                <a:cs typeface="Arial" panose="020B0604020202020204" pitchFamily="34" charset="0"/>
              </a:rPr>
            </a:br>
            <a:r>
              <a:rPr lang="en-US" altLang="en-US" sz="1400" b="1">
                <a:latin typeface="Courier New" panose="02070309020205020404" pitchFamily="49" charset="0"/>
                <a:cs typeface="Courier New" panose="02070309020205020404" pitchFamily="49" charset="0"/>
              </a:rPr>
              <a:t>Xxx</a:t>
            </a:r>
            <a:r>
              <a:rPr lang="en-US" altLang="en-US" sz="1400">
                <a:latin typeface="Arial" panose="020B0604020202020204" pitchFamily="34" charset="0"/>
                <a:cs typeface="Arial" panose="020B0604020202020204" pitchFamily="34" charset="0"/>
              </a:rPr>
              <a:t> in Windows, and </a:t>
            </a:r>
            <a:r>
              <a:rPr lang="en-US" altLang="en-US" sz="1400" b="1">
                <a:latin typeface="Courier New" panose="02070309020205020404" pitchFamily="49" charset="0"/>
                <a:cs typeface="Courier New" panose="02070309020205020404" pitchFamily="49" charset="0"/>
              </a:rPr>
              <a:t>Xxx.sh</a:t>
            </a:r>
            <a:r>
              <a:rPr lang="en-US" altLang="en-US" sz="1400">
                <a:latin typeface="Arial" panose="020B0604020202020204" pitchFamily="34" charset="0"/>
                <a:cs typeface="Arial" panose="020B0604020202020204" pitchFamily="34" charset="0"/>
              </a:rPr>
              <a:t> starts it in Unix)</a:t>
            </a:r>
          </a:p>
          <a:p>
            <a:pPr algn="l" rtl="0">
              <a:spcBef>
                <a:spcPct val="40000"/>
              </a:spcBef>
              <a:buClr>
                <a:srgbClr val="006600"/>
              </a:buClr>
              <a:buSzPct val="110000"/>
              <a:buFont typeface="Wingdings" pitchFamily="2" charset="2"/>
              <a:buNone/>
            </a:pPr>
            <a:r>
              <a:rPr lang="en-US" altLang="en-US" sz="2000" u="sng">
                <a:latin typeface="Arial" panose="020B0604020202020204" pitchFamily="34" charset="0"/>
              </a:rPr>
              <a:t>Simulators</a:t>
            </a:r>
            <a:r>
              <a:rPr lang="en-US" altLang="en-US" sz="2000">
                <a:latin typeface="Arial" panose="020B0604020202020204" pitchFamily="34" charset="0"/>
              </a:rPr>
              <a:t> </a:t>
            </a:r>
            <a:br>
              <a:rPr lang="en-US" altLang="en-US" sz="2000">
                <a:latin typeface="Arial" panose="020B0604020202020204" pitchFamily="34" charset="0"/>
              </a:rPr>
            </a:br>
            <a:r>
              <a:rPr lang="en-US" altLang="en-US" sz="1600">
                <a:latin typeface="Arial" panose="020B0604020202020204" pitchFamily="34" charset="0"/>
                <a:cs typeface="Arial" panose="020B0604020202020204" pitchFamily="34" charset="0"/>
              </a:rPr>
              <a:t>(</a:t>
            </a:r>
            <a:r>
              <a:rPr lang="en-US" altLang="en-US" sz="1400" b="1">
                <a:latin typeface="Courier New" panose="02070309020205020404" pitchFamily="49" charset="0"/>
                <a:cs typeface="Courier New" panose="02070309020205020404" pitchFamily="49" charset="0"/>
              </a:rPr>
              <a:t>HardwareSimulator</a:t>
            </a:r>
            <a:r>
              <a:rPr lang="en-US" altLang="en-US" sz="1600">
                <a:latin typeface="Arial" panose="020B0604020202020204" pitchFamily="34" charset="0"/>
                <a:cs typeface="Arial" panose="020B0604020202020204" pitchFamily="34" charset="0"/>
              </a:rPr>
              <a:t>, </a:t>
            </a:r>
            <a:r>
              <a:rPr lang="en-US" altLang="en-US" sz="1400" b="1">
                <a:latin typeface="Courier New" panose="02070309020205020404" pitchFamily="49" charset="0"/>
                <a:cs typeface="Courier New" panose="02070309020205020404" pitchFamily="49" charset="0"/>
              </a:rPr>
              <a:t>CPUEmulator</a:t>
            </a:r>
            <a:r>
              <a:rPr lang="en-US" altLang="en-US" sz="1600">
                <a:latin typeface="Arial" panose="020B0604020202020204" pitchFamily="34" charset="0"/>
                <a:cs typeface="Arial" panose="020B0604020202020204" pitchFamily="34" charset="0"/>
              </a:rPr>
              <a:t>, </a:t>
            </a:r>
            <a:r>
              <a:rPr lang="en-US" altLang="en-US" sz="1400" b="1">
                <a:latin typeface="Courier New" panose="02070309020205020404" pitchFamily="49" charset="0"/>
                <a:cs typeface="Courier New" panose="02070309020205020404" pitchFamily="49" charset="0"/>
              </a:rPr>
              <a:t>VMEmulator</a:t>
            </a:r>
            <a:r>
              <a:rPr lang="en-US" altLang="en-US" sz="1600">
                <a:latin typeface="Arial" panose="020B0604020202020204" pitchFamily="34" charset="0"/>
                <a:cs typeface="Arial" panose="020B0604020202020204" pitchFamily="34" charset="0"/>
              </a:rPr>
              <a:t>):</a:t>
            </a:r>
          </a:p>
          <a:p>
            <a:pPr algn="l" rtl="0">
              <a:spcBef>
                <a:spcPct val="50000"/>
              </a:spcBef>
              <a:buClr>
                <a:srgbClr val="006600"/>
              </a:buClr>
              <a:buFont typeface="Wingdings" pitchFamily="2" charset="2"/>
              <a:buChar char="§"/>
            </a:pPr>
            <a:r>
              <a:rPr lang="en-US" altLang="en-US" sz="1600">
                <a:latin typeface="Arial" panose="020B0604020202020204" pitchFamily="34" charset="0"/>
                <a:cs typeface="Arial" panose="020B0604020202020204" pitchFamily="34" charset="0"/>
              </a:rPr>
              <a:t>Used to build hardware platforms and</a:t>
            </a:r>
            <a:br>
              <a:rPr lang="en-US" altLang="en-US" sz="1600">
                <a:latin typeface="Arial" panose="020B0604020202020204" pitchFamily="34" charset="0"/>
                <a:cs typeface="Arial" panose="020B0604020202020204" pitchFamily="34" charset="0"/>
              </a:rPr>
            </a:br>
            <a:r>
              <a:rPr lang="en-US" altLang="en-US" sz="1600">
                <a:latin typeface="Arial" panose="020B0604020202020204" pitchFamily="34" charset="0"/>
                <a:cs typeface="Arial" panose="020B0604020202020204" pitchFamily="34" charset="0"/>
              </a:rPr>
              <a:t>execute programs;</a:t>
            </a:r>
          </a:p>
          <a:p>
            <a:pPr algn="l" rtl="0">
              <a:spcBef>
                <a:spcPct val="50000"/>
              </a:spcBef>
              <a:buClr>
                <a:srgbClr val="006600"/>
              </a:buClr>
              <a:buFont typeface="Wingdings" pitchFamily="2" charset="2"/>
              <a:buChar char="§"/>
            </a:pPr>
            <a:r>
              <a:rPr lang="en-US" altLang="en-US" sz="1600">
                <a:solidFill>
                  <a:srgbClr val="00007A"/>
                </a:solidFill>
                <a:latin typeface="Arial" panose="020B0604020202020204" pitchFamily="34" charset="0"/>
                <a:cs typeface="Arial" panose="020B0604020202020204" pitchFamily="34" charset="0"/>
              </a:rPr>
              <a:t>Supplied by us.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00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000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7000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70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07" grpId="0" animBg="1" autoUpdateAnimBg="0"/>
      <p:bldP spid="170008" grpId="0" animBg="1" autoUpdateAnimBg="0"/>
      <p:bldP spid="170009"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9476A323-2C5E-1B45-BBC7-77A2F7CF1EB6}"/>
              </a:ext>
            </a:extLst>
          </p:cNvPr>
          <p:cNvSpPr>
            <a:spLocks noGrp="1" noChangeArrowheads="1"/>
          </p:cNvSpPr>
          <p:nvPr>
            <p:ph type="title"/>
          </p:nvPr>
        </p:nvSpPr>
        <p:spPr/>
        <p:txBody>
          <a:bodyPr/>
          <a:lstStyle/>
          <a:p>
            <a:r>
              <a:rPr lang="en-US" altLang="en-US"/>
              <a:t>The Hack computer</a:t>
            </a:r>
          </a:p>
        </p:txBody>
      </p:sp>
      <p:pic>
        <p:nvPicPr>
          <p:cNvPr id="162819" name="Picture 3" descr="j0123413">
            <a:extLst>
              <a:ext uri="{FF2B5EF4-FFF2-40B4-BE49-F238E27FC236}">
                <a16:creationId xmlns:a16="http://schemas.microsoft.com/office/drawing/2014/main" id="{5014203F-6993-E949-8E00-D1B0393EE3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685800"/>
            <a:ext cx="5562600" cy="5791200"/>
          </a:xfrm>
          <a:prstGeom prst="rect">
            <a:avLst/>
          </a:prstGeom>
          <a:noFill/>
          <a:extLst>
            <a:ext uri="{909E8E84-426E-40DD-AFC4-6F175D3DCCD1}">
              <a14:hiddenFill xmlns:a14="http://schemas.microsoft.com/office/drawing/2010/main">
                <a:solidFill>
                  <a:srgbClr val="FFFFFF"/>
                </a:solidFill>
              </a14:hiddenFill>
            </a:ext>
          </a:extLst>
        </p:spPr>
      </p:pic>
      <p:sp>
        <p:nvSpPr>
          <p:cNvPr id="162820" name="Text Box 4">
            <a:extLst>
              <a:ext uri="{FF2B5EF4-FFF2-40B4-BE49-F238E27FC236}">
                <a16:creationId xmlns:a16="http://schemas.microsoft.com/office/drawing/2014/main" id="{45F614DA-2FAD-D441-97BD-6BF40E640DA2}"/>
              </a:ext>
            </a:extLst>
          </p:cNvPr>
          <p:cNvSpPr txBox="1">
            <a:spLocks noChangeArrowheads="1"/>
          </p:cNvSpPr>
          <p:nvPr/>
        </p:nvSpPr>
        <p:spPr bwMode="auto">
          <a:xfrm>
            <a:off x="1143000" y="882650"/>
            <a:ext cx="4191000" cy="4772025"/>
          </a:xfrm>
          <a:prstGeom prst="rect">
            <a:avLst/>
          </a:prstGeom>
          <a:noFill/>
          <a:ln>
            <a:noFill/>
          </a:ln>
          <a:effectLst/>
          <a:extLst>
            <a:ext uri="{909E8E84-426E-40DD-AFC4-6F175D3DCCD1}">
              <a14:hiddenFill xmlns:a14="http://schemas.microsoft.com/office/drawing/2010/main">
                <a:solidFill>
                  <a:srgbClr val="FFFFC5"/>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1400">
                <a:solidFill>
                  <a:schemeClr val="tx1"/>
                </a:solidFill>
                <a:latin typeface="Comic Sans MS" panose="030F0902030302020204" pitchFamily="66" charset="0"/>
              </a:rPr>
              <a:t>The </a:t>
            </a:r>
            <a:r>
              <a:rPr lang="en-US" altLang="en-US" sz="1400">
                <a:solidFill>
                  <a:srgbClr val="00007A"/>
                </a:solidFill>
                <a:latin typeface="Comic Sans MS" panose="030F0902030302020204" pitchFamily="66" charset="0"/>
              </a:rPr>
              <a:t>hardware simulator</a:t>
            </a:r>
            <a:r>
              <a:rPr lang="en-US" altLang="en-US" sz="1400">
                <a:solidFill>
                  <a:schemeClr val="tx1"/>
                </a:solidFill>
                <a:latin typeface="Comic Sans MS" panose="030F0902030302020204" pitchFamily="66" charset="0"/>
              </a:rPr>
              <a:t> described in this tutorial can be used to build and test many different hardware platforms. In this book, we focus on one particular computer, called Hack.</a:t>
            </a:r>
          </a:p>
          <a:p>
            <a:pPr algn="l">
              <a:spcBef>
                <a:spcPct val="50000"/>
              </a:spcBef>
            </a:pPr>
            <a:r>
              <a:rPr lang="en-US" altLang="en-US" sz="1400">
                <a:solidFill>
                  <a:schemeClr val="tx1"/>
                </a:solidFill>
                <a:latin typeface="Comic Sans MS" panose="030F0902030302020204" pitchFamily="66" charset="0"/>
              </a:rPr>
              <a:t>Hack -- a 16-bit computer equipped with a screen and a keyboard -- resembles hand-held  computers like game machines, PDA’s, and cellular telephones.</a:t>
            </a:r>
          </a:p>
          <a:p>
            <a:pPr algn="l">
              <a:spcBef>
                <a:spcPct val="50000"/>
              </a:spcBef>
            </a:pPr>
            <a:r>
              <a:rPr lang="en-US" altLang="en-US" sz="1400">
                <a:solidFill>
                  <a:schemeClr val="tx1"/>
                </a:solidFill>
                <a:latin typeface="Comic Sans MS" panose="030F0902030302020204" pitchFamily="66" charset="0"/>
              </a:rPr>
              <a:t>The first 5 chapters of the book specify the elementary gates, combinational chips, sequential chips, and hardware architecture of the Hack computer.</a:t>
            </a:r>
          </a:p>
          <a:p>
            <a:pPr algn="l">
              <a:spcBef>
                <a:spcPct val="50000"/>
              </a:spcBef>
            </a:pPr>
            <a:r>
              <a:rPr lang="en-US" altLang="en-US" sz="1400">
                <a:solidFill>
                  <a:schemeClr val="tx1"/>
                </a:solidFill>
                <a:latin typeface="Comic Sans MS" panose="030F0902030302020204" pitchFamily="66" charset="0"/>
              </a:rPr>
              <a:t>All these modules can be built and tested using the </a:t>
            </a:r>
            <a:r>
              <a:rPr lang="en-US" altLang="en-US" sz="1400">
                <a:solidFill>
                  <a:srgbClr val="00007A"/>
                </a:solidFill>
                <a:latin typeface="Comic Sans MS" panose="030F0902030302020204" pitchFamily="66" charset="0"/>
              </a:rPr>
              <a:t>hardware simulator</a:t>
            </a:r>
            <a:r>
              <a:rPr lang="en-US" altLang="en-US" sz="1400">
                <a:solidFill>
                  <a:schemeClr val="tx1"/>
                </a:solidFill>
                <a:latin typeface="Comic Sans MS" panose="030F0902030302020204" pitchFamily="66" charset="0"/>
              </a:rPr>
              <a:t> described in this tutorial. </a:t>
            </a:r>
          </a:p>
          <a:p>
            <a:pPr algn="l">
              <a:spcBef>
                <a:spcPct val="50000"/>
              </a:spcBef>
            </a:pPr>
            <a:r>
              <a:rPr lang="en-US" altLang="en-US" sz="1400">
                <a:solidFill>
                  <a:schemeClr val="tx1"/>
                </a:solidFill>
                <a:latin typeface="Comic Sans MS" panose="030F0902030302020204" pitchFamily="66" charset="0"/>
              </a:rPr>
              <a:t>That is how hardware engineers build chips </a:t>
            </a:r>
            <a:br>
              <a:rPr lang="en-US" altLang="en-US" sz="1400">
                <a:solidFill>
                  <a:schemeClr val="tx1"/>
                </a:solidFill>
                <a:latin typeface="Comic Sans MS" panose="030F0902030302020204" pitchFamily="66" charset="0"/>
              </a:rPr>
            </a:br>
            <a:r>
              <a:rPr lang="en-US" altLang="en-US" sz="1400">
                <a:solidFill>
                  <a:schemeClr val="tx1"/>
                </a:solidFill>
                <a:latin typeface="Comic Sans MS" panose="030F0902030302020204" pitchFamily="66" charset="0"/>
              </a:rPr>
              <a:t>for real: first, the hardware is designed, </a:t>
            </a:r>
            <a:br>
              <a:rPr lang="en-US" altLang="en-US" sz="1400">
                <a:solidFill>
                  <a:schemeClr val="tx1"/>
                </a:solidFill>
                <a:latin typeface="Comic Sans MS" panose="030F0902030302020204" pitchFamily="66" charset="0"/>
              </a:rPr>
            </a:br>
            <a:r>
              <a:rPr lang="en-US" altLang="en-US" sz="1400">
                <a:solidFill>
                  <a:schemeClr val="tx1"/>
                </a:solidFill>
                <a:latin typeface="Comic Sans MS" panose="030F0902030302020204" pitchFamily="66" charset="0"/>
              </a:rPr>
              <a:t>tested, and optimized on a software</a:t>
            </a:r>
            <a:br>
              <a:rPr lang="en-US" altLang="en-US" sz="1400">
                <a:solidFill>
                  <a:schemeClr val="tx1"/>
                </a:solidFill>
                <a:latin typeface="Comic Sans MS" panose="030F0902030302020204" pitchFamily="66" charset="0"/>
              </a:rPr>
            </a:br>
            <a:r>
              <a:rPr lang="en-US" altLang="en-US" sz="1400">
                <a:solidFill>
                  <a:schemeClr val="tx1"/>
                </a:solidFill>
                <a:latin typeface="Comic Sans MS" panose="030F0902030302020204" pitchFamily="66" charset="0"/>
              </a:rPr>
              <a:t>simulator. Only then, the resulting </a:t>
            </a:r>
            <a:br>
              <a:rPr lang="en-US" altLang="en-US" sz="1400">
                <a:solidFill>
                  <a:schemeClr val="tx1"/>
                </a:solidFill>
                <a:latin typeface="Comic Sans MS" panose="030F0902030302020204" pitchFamily="66" charset="0"/>
              </a:rPr>
            </a:br>
            <a:r>
              <a:rPr lang="en-US" altLang="en-US" sz="1400">
                <a:solidFill>
                  <a:schemeClr val="tx1"/>
                </a:solidFill>
                <a:latin typeface="Comic Sans MS" panose="030F0902030302020204" pitchFamily="66" charset="0"/>
              </a:rPr>
              <a:t>gate logic is committed to silicon.</a:t>
            </a:r>
          </a:p>
        </p:txBody>
      </p:sp>
      <p:pic>
        <p:nvPicPr>
          <p:cNvPr id="162821" name="Picture 5" descr="bluenokia">
            <a:extLst>
              <a:ext uri="{FF2B5EF4-FFF2-40B4-BE49-F238E27FC236}">
                <a16:creationId xmlns:a16="http://schemas.microsoft.com/office/drawing/2014/main" id="{4752DD9B-C739-D84D-87F8-4138A18433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7200" y="3429000"/>
            <a:ext cx="2260600" cy="2971800"/>
          </a:xfrm>
          <a:prstGeom prst="rect">
            <a:avLst/>
          </a:prstGeom>
          <a:noFill/>
          <a:extLst>
            <a:ext uri="{909E8E84-426E-40DD-AFC4-6F175D3DCCD1}">
              <a14:hiddenFill xmlns:a14="http://schemas.microsoft.com/office/drawing/2010/main">
                <a:solidFill>
                  <a:srgbClr val="FFFFFF"/>
                </a:solidFill>
              </a14:hiddenFill>
            </a:ext>
          </a:extLst>
        </p:spPr>
      </p:pic>
      <p:pic>
        <p:nvPicPr>
          <p:cNvPr id="162822" name="Picture 6" descr="gameboy">
            <a:extLst>
              <a:ext uri="{FF2B5EF4-FFF2-40B4-BE49-F238E27FC236}">
                <a16:creationId xmlns:a16="http://schemas.microsoft.com/office/drawing/2014/main" id="{628216D5-383C-4247-AADB-A6C392945D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9525" y="838200"/>
            <a:ext cx="2251075" cy="1635125"/>
          </a:xfrm>
          <a:prstGeom prst="rect">
            <a:avLst/>
          </a:prstGeom>
          <a:noFill/>
          <a:extLst>
            <a:ext uri="{909E8E84-426E-40DD-AFC4-6F175D3DCCD1}">
              <a14:hiddenFill xmlns:a14="http://schemas.microsoft.com/office/drawing/2010/main">
                <a:solidFill>
                  <a:srgbClr val="FFFFFF"/>
                </a:solidFill>
              </a14:hiddenFill>
            </a:ext>
          </a:extLst>
        </p:spPr>
      </p:pic>
      <p:pic>
        <p:nvPicPr>
          <p:cNvPr id="162823" name="Picture 7" descr="0003f061">
            <a:extLst>
              <a:ext uri="{FF2B5EF4-FFF2-40B4-BE49-F238E27FC236}">
                <a16:creationId xmlns:a16="http://schemas.microsoft.com/office/drawing/2014/main" id="{0EF95E17-66EC-FD43-B4A3-A604EAD0C6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9800" y="2895600"/>
            <a:ext cx="1025525" cy="152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282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282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282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2820">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28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010294B-A4EB-D04B-B049-7546B9A0CC3C}"/>
              </a:ext>
            </a:extLst>
          </p:cNvPr>
          <p:cNvSpPr>
            <a:spLocks noGrp="1" noChangeArrowheads="1"/>
          </p:cNvSpPr>
          <p:nvPr>
            <p:ph type="title"/>
          </p:nvPr>
        </p:nvSpPr>
        <p:spPr/>
        <p:txBody>
          <a:bodyPr/>
          <a:lstStyle/>
          <a:p>
            <a:r>
              <a:rPr lang="en-US" altLang="en-US"/>
              <a:t>Hardware Simulation Tutorial</a:t>
            </a:r>
          </a:p>
        </p:txBody>
      </p:sp>
      <p:sp>
        <p:nvSpPr>
          <p:cNvPr id="15365" name="Rectangle 5">
            <a:extLst>
              <a:ext uri="{FF2B5EF4-FFF2-40B4-BE49-F238E27FC236}">
                <a16:creationId xmlns:a16="http://schemas.microsoft.com/office/drawing/2014/main" id="{E58B160B-49DB-7346-A198-C7BF5F635B30}"/>
              </a:ext>
            </a:extLst>
          </p:cNvPr>
          <p:cNvSpPr>
            <a:spLocks noChangeArrowheads="1"/>
          </p:cNvSpPr>
          <p:nvPr/>
        </p:nvSpPr>
        <p:spPr bwMode="auto">
          <a:xfrm>
            <a:off x="1905000" y="1143000"/>
            <a:ext cx="41910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80000"/>
              </a:spcBef>
              <a:buClr>
                <a:srgbClr val="006600"/>
              </a:buClr>
              <a:buSzPct val="110000"/>
              <a:buFont typeface="Wingdings" pitchFamily="2" charset="2"/>
              <a:buNone/>
            </a:pPr>
            <a:r>
              <a:rPr lang="en-US" altLang="en-US" sz="1800">
                <a:latin typeface="Arial" panose="020B0604020202020204" pitchFamily="34" charset="0"/>
              </a:rPr>
              <a:t>	I.   </a:t>
            </a:r>
            <a:r>
              <a:rPr lang="en-US" altLang="en-US" sz="1800">
                <a:latin typeface="Arial" panose="020B0604020202020204" pitchFamily="34" charset="0"/>
                <a:hlinkClick r:id="rId3" action="ppaction://hlinksldjump"/>
              </a:rPr>
              <a:t>Getting started</a:t>
            </a:r>
            <a:endParaRPr lang="en-US" altLang="en-US" sz="1800">
              <a:latin typeface="Arial" panose="020B0604020202020204" pitchFamily="34" charset="0"/>
            </a:endParaRPr>
          </a:p>
          <a:p>
            <a:pPr algn="l" rtl="0">
              <a:spcBef>
                <a:spcPct val="80000"/>
              </a:spcBef>
              <a:buClr>
                <a:srgbClr val="006600"/>
              </a:buClr>
              <a:buSzPct val="110000"/>
              <a:buFont typeface="Wingdings" pitchFamily="2" charset="2"/>
              <a:buNone/>
            </a:pPr>
            <a:r>
              <a:rPr lang="en-US" altLang="en-US" sz="1800">
                <a:latin typeface="Arial" panose="020B0604020202020204" pitchFamily="34" charset="0"/>
              </a:rPr>
              <a:t>	II.  </a:t>
            </a:r>
            <a:r>
              <a:rPr lang="en-US" altLang="en-US" sz="1800">
                <a:latin typeface="Arial" panose="020B0604020202020204" pitchFamily="34" charset="0"/>
                <a:hlinkClick r:id="rId4" action="ppaction://hlinksldjump"/>
              </a:rPr>
              <a:t>Test scripts</a:t>
            </a:r>
            <a:endParaRPr lang="en-US" altLang="en-US" sz="1800">
              <a:latin typeface="Arial" panose="020B0604020202020204" pitchFamily="34" charset="0"/>
            </a:endParaRPr>
          </a:p>
          <a:p>
            <a:pPr algn="l" rtl="0">
              <a:spcBef>
                <a:spcPct val="80000"/>
              </a:spcBef>
              <a:buClr>
                <a:srgbClr val="006600"/>
              </a:buClr>
              <a:buSzPct val="110000"/>
              <a:buFont typeface="Wingdings" pitchFamily="2" charset="2"/>
              <a:buNone/>
            </a:pPr>
            <a:r>
              <a:rPr lang="en-US" altLang="en-US" sz="1800">
                <a:latin typeface="Arial" panose="020B0604020202020204" pitchFamily="34" charset="0"/>
              </a:rPr>
              <a:t>	III. </a:t>
            </a:r>
            <a:r>
              <a:rPr lang="en-US" altLang="en-US" sz="1800">
                <a:latin typeface="Arial" panose="020B0604020202020204" pitchFamily="34" charset="0"/>
                <a:hlinkClick r:id="rId5" action="ppaction://hlinksldjump"/>
              </a:rPr>
              <a:t>Built-in chips</a:t>
            </a:r>
            <a:endParaRPr lang="en-US" altLang="en-US" sz="1800">
              <a:latin typeface="Arial" panose="020B0604020202020204" pitchFamily="34" charset="0"/>
            </a:endParaRPr>
          </a:p>
          <a:p>
            <a:pPr algn="l" rtl="0">
              <a:spcBef>
                <a:spcPct val="80000"/>
              </a:spcBef>
              <a:buClr>
                <a:srgbClr val="006600"/>
              </a:buClr>
              <a:buSzPct val="110000"/>
              <a:buFont typeface="Wingdings" pitchFamily="2" charset="2"/>
              <a:buNone/>
            </a:pPr>
            <a:r>
              <a:rPr lang="en-US" altLang="en-US" sz="1800">
                <a:latin typeface="Arial" panose="020B0604020202020204" pitchFamily="34" charset="0"/>
              </a:rPr>
              <a:t>	IV. </a:t>
            </a:r>
            <a:r>
              <a:rPr lang="en-US" altLang="en-US" sz="1800">
                <a:latin typeface="Arial" panose="020B0604020202020204" pitchFamily="34" charset="0"/>
                <a:hlinkClick r:id="rId6" action="ppaction://hlinksldjump"/>
              </a:rPr>
              <a:t>Clocked chips</a:t>
            </a:r>
            <a:endParaRPr lang="en-US" altLang="en-US" sz="1800">
              <a:latin typeface="Arial" panose="020B0604020202020204" pitchFamily="34" charset="0"/>
            </a:endParaRPr>
          </a:p>
          <a:p>
            <a:pPr algn="l" rtl="0">
              <a:spcBef>
                <a:spcPct val="80000"/>
              </a:spcBef>
              <a:buClr>
                <a:srgbClr val="006600"/>
              </a:buClr>
              <a:buSzPct val="110000"/>
              <a:buFont typeface="Wingdings" pitchFamily="2" charset="2"/>
              <a:buNone/>
            </a:pPr>
            <a:r>
              <a:rPr lang="en-US" altLang="en-US" sz="1800">
                <a:latin typeface="Arial" panose="020B0604020202020204" pitchFamily="34" charset="0"/>
              </a:rPr>
              <a:t>     V.   </a:t>
            </a:r>
            <a:r>
              <a:rPr lang="en-US" altLang="en-US" sz="1800">
                <a:latin typeface="Arial" panose="020B0604020202020204" pitchFamily="34" charset="0"/>
                <a:hlinkClick r:id="rId7" action="ppaction://hlinksldjump"/>
              </a:rPr>
              <a:t>GUI-empowered chips</a:t>
            </a:r>
            <a:endParaRPr lang="en-US" altLang="en-US" sz="1800">
              <a:latin typeface="Arial" panose="020B0604020202020204" pitchFamily="34" charset="0"/>
            </a:endParaRPr>
          </a:p>
          <a:p>
            <a:pPr algn="l" rtl="0">
              <a:spcBef>
                <a:spcPct val="80000"/>
              </a:spcBef>
              <a:buClr>
                <a:srgbClr val="006600"/>
              </a:buClr>
              <a:buSzPct val="110000"/>
              <a:buFont typeface="Wingdings" pitchFamily="2" charset="2"/>
              <a:buNone/>
            </a:pPr>
            <a:r>
              <a:rPr lang="en-US" altLang="en-US" sz="1800">
                <a:latin typeface="Arial" panose="020B0604020202020204" pitchFamily="34" charset="0"/>
              </a:rPr>
              <a:t>	VI.  </a:t>
            </a:r>
            <a:r>
              <a:rPr lang="en-US" altLang="en-US" sz="1800">
                <a:latin typeface="Arial" panose="020B0604020202020204" pitchFamily="34" charset="0"/>
                <a:hlinkClick r:id="rId8" action="ppaction://hlinksldjump"/>
              </a:rPr>
              <a:t>Debugging tools </a:t>
            </a:r>
            <a:endParaRPr lang="en-US" altLang="en-US" sz="1800">
              <a:latin typeface="Arial" panose="020B0604020202020204" pitchFamily="34" charset="0"/>
            </a:endParaRPr>
          </a:p>
          <a:p>
            <a:pPr algn="l" rtl="0">
              <a:spcBef>
                <a:spcPct val="80000"/>
              </a:spcBef>
              <a:buClr>
                <a:srgbClr val="006600"/>
              </a:buClr>
              <a:buSzPct val="110000"/>
              <a:buFont typeface="Wingdings" pitchFamily="2" charset="2"/>
              <a:buNone/>
            </a:pPr>
            <a:r>
              <a:rPr lang="en-US" altLang="en-US" sz="1800">
                <a:latin typeface="Arial" panose="020B0604020202020204" pitchFamily="34" charset="0"/>
              </a:rPr>
              <a:t>	VII. </a:t>
            </a:r>
            <a:r>
              <a:rPr lang="en-US" altLang="en-US" sz="1800">
                <a:latin typeface="Arial" panose="020B0604020202020204" pitchFamily="34" charset="0"/>
                <a:hlinkClick r:id="rId9" action="ppaction://hlinksldjump"/>
              </a:rPr>
              <a:t>The Hack Platform</a:t>
            </a:r>
            <a:endParaRPr lang="en-US" altLang="en-US" sz="1800">
              <a:latin typeface="Arial" panose="020B0604020202020204" pitchFamily="34" charset="0"/>
            </a:endParaRPr>
          </a:p>
          <a:p>
            <a:pPr algn="l" rtl="0">
              <a:spcBef>
                <a:spcPct val="80000"/>
              </a:spcBef>
              <a:buClr>
                <a:srgbClr val="006600"/>
              </a:buClr>
              <a:buSzPct val="110000"/>
              <a:buFont typeface="Wingdings" pitchFamily="2" charset="2"/>
              <a:buNone/>
            </a:pPr>
            <a:endParaRPr lang="en-US" altLang="en-US" sz="1800">
              <a:latin typeface="Arial" panose="020B0604020202020204" pitchFamily="34" charset="0"/>
            </a:endParaRPr>
          </a:p>
          <a:p>
            <a:pPr algn="l" rtl="0">
              <a:spcBef>
                <a:spcPct val="80000"/>
              </a:spcBef>
              <a:buClr>
                <a:srgbClr val="006600"/>
              </a:buClr>
              <a:buSzPct val="110000"/>
              <a:buFont typeface="Wingdings" pitchFamily="2" charset="2"/>
              <a:buChar char="§"/>
            </a:pPr>
            <a:endParaRPr lang="en-US" altLang="en-US" sz="1800">
              <a:latin typeface="Arial" panose="020B0604020202020204" pitchFamily="34" charset="0"/>
            </a:endParaRPr>
          </a:p>
          <a:p>
            <a:pPr algn="l" rtl="0">
              <a:spcBef>
                <a:spcPct val="80000"/>
              </a:spcBef>
              <a:buClr>
                <a:srgbClr val="006600"/>
              </a:buClr>
              <a:buSzPct val="110000"/>
              <a:buFont typeface="Wingdings" pitchFamily="2" charset="2"/>
              <a:buChar char="§"/>
            </a:pPr>
            <a:endParaRPr lang="en-US" altLang="en-US" sz="1800">
              <a:solidFill>
                <a:srgbClr val="000099"/>
              </a:solidFill>
              <a:latin typeface="Arial" panose="020B0604020202020204" pitchFamily="34" charset="0"/>
            </a:endParaRPr>
          </a:p>
        </p:txBody>
      </p:sp>
      <p:sp>
        <p:nvSpPr>
          <p:cNvPr id="15366" name="Rectangle 6">
            <a:extLst>
              <a:ext uri="{FF2B5EF4-FFF2-40B4-BE49-F238E27FC236}">
                <a16:creationId xmlns:a16="http://schemas.microsoft.com/office/drawing/2014/main" id="{73FC4C9F-6DD7-6244-BB7E-A326DC7C0807}"/>
              </a:ext>
            </a:extLst>
          </p:cNvPr>
          <p:cNvSpPr>
            <a:spLocks noChangeArrowheads="1"/>
          </p:cNvSpPr>
          <p:nvPr/>
        </p:nvSpPr>
        <p:spPr bwMode="auto">
          <a:xfrm>
            <a:off x="1981200" y="4953000"/>
            <a:ext cx="5638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288925" indent="-288925" algn="r" rtl="1">
              <a:tabLst>
                <a:tab pos="100013" algn="l"/>
              </a:tabLst>
              <a:defRPr sz="2400">
                <a:solidFill>
                  <a:schemeClr val="tx1"/>
                </a:solidFill>
                <a:latin typeface="Times New Roman" panose="02020603050405020304" pitchFamily="18" charset="0"/>
                <a:cs typeface="Times New Roman (Hebrew)" panose="02020603050405020304" pitchFamily="18" charset="0"/>
              </a:defRPr>
            </a:lvl1pPr>
            <a:lvl2pPr marL="852488" indent="-285750" algn="r" rtl="1">
              <a:tabLst>
                <a:tab pos="100013" algn="l"/>
              </a:tabLst>
              <a:defRPr sz="2400">
                <a:solidFill>
                  <a:schemeClr val="tx1"/>
                </a:solidFill>
                <a:latin typeface="Times New Roman" panose="02020603050405020304" pitchFamily="18" charset="0"/>
                <a:cs typeface="Times New Roman (Hebrew)" panose="02020603050405020304" pitchFamily="18" charset="0"/>
              </a:defRPr>
            </a:lvl2pPr>
            <a:lvl3pPr marL="1271588" indent="-228600" algn="r" rtl="1">
              <a:tabLst>
                <a:tab pos="100013" algn="l"/>
              </a:tabLst>
              <a:defRPr sz="2400">
                <a:solidFill>
                  <a:schemeClr val="tx1"/>
                </a:solidFill>
                <a:latin typeface="Times New Roman" panose="02020603050405020304" pitchFamily="18" charset="0"/>
                <a:cs typeface="Times New Roman (Hebrew)" panose="02020603050405020304" pitchFamily="18" charset="0"/>
              </a:defRPr>
            </a:lvl3pPr>
            <a:lvl4pPr marL="1690688" indent="-228600" algn="r" rtl="1">
              <a:tabLst>
                <a:tab pos="100013" algn="l"/>
              </a:tabLst>
              <a:defRPr sz="2400">
                <a:solidFill>
                  <a:schemeClr val="tx1"/>
                </a:solidFill>
                <a:latin typeface="Times New Roman" panose="02020603050405020304" pitchFamily="18" charset="0"/>
                <a:cs typeface="Times New Roman (Hebrew)" panose="02020603050405020304" pitchFamily="18" charset="0"/>
              </a:defRPr>
            </a:lvl4pPr>
            <a:lvl5pPr marL="2109788" indent="-228600" algn="r" rtl="1">
              <a:tabLst>
                <a:tab pos="100013" algn="l"/>
              </a:tabLst>
              <a:defRPr sz="2400">
                <a:solidFill>
                  <a:schemeClr val="tx1"/>
                </a:solidFill>
                <a:latin typeface="Times New Roman" panose="02020603050405020304" pitchFamily="18" charset="0"/>
                <a:cs typeface="Times New Roman (Hebrew)" panose="02020603050405020304" pitchFamily="18" charset="0"/>
              </a:defRPr>
            </a:lvl5pPr>
            <a:lvl6pPr marL="2566988" indent="-228600" algn="r" rtl="1" fontAlgn="base">
              <a:spcBef>
                <a:spcPct val="0"/>
              </a:spcBef>
              <a:spcAft>
                <a:spcPct val="0"/>
              </a:spcAft>
              <a:tabLst>
                <a:tab pos="100013" algn="l"/>
              </a:tabLst>
              <a:defRPr sz="2400">
                <a:solidFill>
                  <a:schemeClr val="tx1"/>
                </a:solidFill>
                <a:latin typeface="Times New Roman" panose="02020603050405020304" pitchFamily="18" charset="0"/>
                <a:cs typeface="Times New Roman (Hebrew)" panose="02020603050405020304" pitchFamily="18" charset="0"/>
              </a:defRPr>
            </a:lvl6pPr>
            <a:lvl7pPr marL="3024188" indent="-228600" algn="r" rtl="1" fontAlgn="base">
              <a:spcBef>
                <a:spcPct val="0"/>
              </a:spcBef>
              <a:spcAft>
                <a:spcPct val="0"/>
              </a:spcAft>
              <a:tabLst>
                <a:tab pos="100013" algn="l"/>
              </a:tabLst>
              <a:defRPr sz="2400">
                <a:solidFill>
                  <a:schemeClr val="tx1"/>
                </a:solidFill>
                <a:latin typeface="Times New Roman" panose="02020603050405020304" pitchFamily="18" charset="0"/>
                <a:cs typeface="Times New Roman (Hebrew)" panose="02020603050405020304" pitchFamily="18" charset="0"/>
              </a:defRPr>
            </a:lvl7pPr>
            <a:lvl8pPr marL="3481388" indent="-228600" algn="r" rtl="1" fontAlgn="base">
              <a:spcBef>
                <a:spcPct val="0"/>
              </a:spcBef>
              <a:spcAft>
                <a:spcPct val="0"/>
              </a:spcAft>
              <a:tabLst>
                <a:tab pos="100013" algn="l"/>
              </a:tabLst>
              <a:defRPr sz="2400">
                <a:solidFill>
                  <a:schemeClr val="tx1"/>
                </a:solidFill>
                <a:latin typeface="Times New Roman" panose="02020603050405020304" pitchFamily="18" charset="0"/>
                <a:cs typeface="Times New Roman (Hebrew)" panose="02020603050405020304" pitchFamily="18" charset="0"/>
              </a:defRPr>
            </a:lvl8pPr>
            <a:lvl9pPr marL="3938588" indent="-228600" algn="r" rtl="1" fontAlgn="base">
              <a:spcBef>
                <a:spcPct val="0"/>
              </a:spcBef>
              <a:spcAft>
                <a:spcPct val="0"/>
              </a:spcAft>
              <a:tabLst>
                <a:tab pos="100013"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55000"/>
              </a:spcBef>
              <a:buClr>
                <a:srgbClr val="006600"/>
              </a:buClr>
              <a:buSzPct val="110000"/>
              <a:buFont typeface="Wingdings" pitchFamily="2" charset="2"/>
              <a:buNone/>
            </a:pPr>
            <a:r>
              <a:rPr lang="en-US" altLang="en-US" sz="1400" u="sng">
                <a:latin typeface="Arial" panose="020B0604020202020204" pitchFamily="34" charset="0"/>
              </a:rPr>
              <a:t>Relevant reading</a:t>
            </a:r>
            <a:r>
              <a:rPr lang="en-US" altLang="en-US" sz="1400">
                <a:latin typeface="Arial" panose="020B0604020202020204" pitchFamily="34" charset="0"/>
              </a:rPr>
              <a:t> (from “</a:t>
            </a:r>
            <a:r>
              <a:rPr lang="en-US" altLang="en-US" sz="1400" i="1">
                <a:latin typeface="Arial" panose="020B0604020202020204" pitchFamily="34" charset="0"/>
              </a:rPr>
              <a:t>The Elements of Computing Systems</a:t>
            </a:r>
            <a:r>
              <a:rPr lang="en-US" altLang="en-US" sz="1400">
                <a:latin typeface="Arial" panose="020B0604020202020204" pitchFamily="34" charset="0"/>
              </a:rPr>
              <a:t>”):</a:t>
            </a:r>
            <a:endParaRPr lang="en-US" altLang="en-US" sz="1400" u="sng">
              <a:latin typeface="Arial" panose="020B0604020202020204" pitchFamily="34" charset="0"/>
            </a:endParaRPr>
          </a:p>
          <a:p>
            <a:pPr algn="l" rtl="0">
              <a:spcBef>
                <a:spcPct val="55000"/>
              </a:spcBef>
              <a:buClr>
                <a:srgbClr val="006600"/>
              </a:buClr>
              <a:buSzPct val="110000"/>
              <a:buFont typeface="Wingdings" pitchFamily="2" charset="2"/>
              <a:buChar char="§"/>
            </a:pPr>
            <a:r>
              <a:rPr lang="en-US" altLang="en-US" sz="1400">
                <a:latin typeface="Arial" panose="020B0604020202020204" pitchFamily="34" charset="0"/>
              </a:rPr>
              <a:t>Chapter 1: </a:t>
            </a:r>
            <a:r>
              <a:rPr lang="en-US" altLang="en-US" sz="1400" i="1">
                <a:latin typeface="Arial" panose="020B0604020202020204" pitchFamily="34" charset="0"/>
              </a:rPr>
              <a:t>Boolean Logic</a:t>
            </a:r>
            <a:endParaRPr lang="en-US" altLang="en-US" sz="1400">
              <a:latin typeface="Arial" panose="020B0604020202020204" pitchFamily="34" charset="0"/>
            </a:endParaRPr>
          </a:p>
          <a:p>
            <a:pPr algn="l" rtl="0">
              <a:spcBef>
                <a:spcPct val="55000"/>
              </a:spcBef>
              <a:buClr>
                <a:srgbClr val="006600"/>
              </a:buClr>
              <a:buSzPct val="110000"/>
              <a:buFont typeface="Wingdings" pitchFamily="2" charset="2"/>
              <a:buChar char="§"/>
            </a:pPr>
            <a:r>
              <a:rPr lang="en-US" altLang="en-US" sz="1400">
                <a:latin typeface="Arial" panose="020B0604020202020204" pitchFamily="34" charset="0"/>
              </a:rPr>
              <a:t>Appendix A: </a:t>
            </a:r>
            <a:r>
              <a:rPr lang="en-US" altLang="en-US" sz="1400" i="1">
                <a:latin typeface="Arial" panose="020B0604020202020204" pitchFamily="34" charset="0"/>
              </a:rPr>
              <a:t>Hardware Description Language</a:t>
            </a:r>
            <a:endParaRPr lang="en-US" altLang="en-US" sz="1400">
              <a:latin typeface="Arial" panose="020B0604020202020204" pitchFamily="34" charset="0"/>
            </a:endParaRPr>
          </a:p>
          <a:p>
            <a:pPr algn="l" rtl="0">
              <a:spcBef>
                <a:spcPct val="55000"/>
              </a:spcBef>
              <a:buClr>
                <a:srgbClr val="006600"/>
              </a:buClr>
              <a:buSzPct val="110000"/>
              <a:buFont typeface="Wingdings" pitchFamily="2" charset="2"/>
              <a:buChar char="§"/>
            </a:pPr>
            <a:r>
              <a:rPr lang="en-US" altLang="en-US" sz="1400">
                <a:latin typeface="Arial" panose="020B0604020202020204" pitchFamily="34" charset="0"/>
              </a:rPr>
              <a:t>Appendix B: </a:t>
            </a:r>
            <a:r>
              <a:rPr lang="en-US" altLang="en-US" sz="1400" i="1">
                <a:latin typeface="Arial" panose="020B0604020202020204" pitchFamily="34" charset="0"/>
              </a:rPr>
              <a:t>Test Scripting Language</a:t>
            </a:r>
            <a:endParaRPr lang="en-US" altLang="en-US" sz="1400">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966F4425-5DA8-624A-9ED8-406601537061}"/>
              </a:ext>
            </a:extLst>
          </p:cNvPr>
          <p:cNvSpPr>
            <a:spLocks noGrp="1" noChangeArrowheads="1"/>
          </p:cNvSpPr>
          <p:nvPr>
            <p:ph type="title"/>
          </p:nvPr>
        </p:nvSpPr>
        <p:spPr/>
        <p:txBody>
          <a:bodyPr/>
          <a:lstStyle/>
          <a:p>
            <a:r>
              <a:rPr lang="en-US" altLang="en-US"/>
              <a:t>Hardware Simulation Tutorial</a:t>
            </a:r>
          </a:p>
        </p:txBody>
      </p:sp>
      <p:pic>
        <p:nvPicPr>
          <p:cNvPr id="119811" name="Picture 3" descr="monitor">
            <a:extLst>
              <a:ext uri="{FF2B5EF4-FFF2-40B4-BE49-F238E27FC236}">
                <a16:creationId xmlns:a16="http://schemas.microsoft.com/office/drawing/2014/main" id="{FDAFC8E0-9F2A-DD41-A43C-B53BF31998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19812" name="Rectangle 4">
            <a:extLst>
              <a:ext uri="{FF2B5EF4-FFF2-40B4-BE49-F238E27FC236}">
                <a16:creationId xmlns:a16="http://schemas.microsoft.com/office/drawing/2014/main" id="{3685CDBC-B80F-C446-B2F1-6B30F128A585}"/>
              </a:ext>
            </a:extLst>
          </p:cNvPr>
          <p:cNvSpPr>
            <a:spLocks noChangeArrowheads="1"/>
          </p:cNvSpPr>
          <p:nvPr/>
        </p:nvSpPr>
        <p:spPr bwMode="auto">
          <a:xfrm>
            <a:off x="3581400" y="2438400"/>
            <a:ext cx="24384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lgn="l">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lgn="l">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lgn="l">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b="1" u="sng">
                <a:solidFill>
                  <a:srgbClr val="000066"/>
                </a:solidFill>
              </a:rPr>
              <a:t>Part I:</a:t>
            </a:r>
          </a:p>
          <a:p>
            <a:pPr algn="ctr">
              <a:spcBef>
                <a:spcPct val="60000"/>
              </a:spcBef>
              <a:buFont typeface="Wingdings" pitchFamily="2" charset="2"/>
              <a:buNone/>
            </a:pPr>
            <a:r>
              <a:rPr lang="en-US" altLang="he-IL" sz="2400" b="1">
                <a:solidFill>
                  <a:srgbClr val="000066"/>
                </a:solidFill>
              </a:rPr>
              <a:t>Getting Started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71" name="Text Box 11">
            <a:extLst>
              <a:ext uri="{FF2B5EF4-FFF2-40B4-BE49-F238E27FC236}">
                <a16:creationId xmlns:a16="http://schemas.microsoft.com/office/drawing/2014/main" id="{0CE60704-4715-5B4F-B5E5-04CDEE934476}"/>
              </a:ext>
            </a:extLst>
          </p:cNvPr>
          <p:cNvSpPr txBox="1">
            <a:spLocks noChangeArrowheads="1"/>
          </p:cNvSpPr>
          <p:nvPr/>
        </p:nvSpPr>
        <p:spPr bwMode="auto">
          <a:xfrm>
            <a:off x="2590800" y="762000"/>
            <a:ext cx="5334000" cy="35052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190800" rIns="93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eaLnBrk="0" hangingPunct="0"/>
            <a:r>
              <a:rPr lang="en-US" altLang="en-US" sz="1600" b="1">
                <a:latin typeface="Courier New" panose="02070309020205020404" pitchFamily="49" charset="0"/>
                <a:cs typeface="Courier New" panose="02070309020205020404" pitchFamily="49" charset="0"/>
              </a:rPr>
              <a:t>/** Exclusive-or gate. out = a xor b */</a:t>
            </a:r>
          </a:p>
          <a:p>
            <a:pPr algn="l" rtl="0" eaLnBrk="0" hangingPunct="0"/>
            <a:r>
              <a:rPr lang="en-US" altLang="en-US" sz="1600" b="1">
                <a:latin typeface="Courier New" panose="02070309020205020404" pitchFamily="49" charset="0"/>
                <a:cs typeface="Courier New" panose="02070309020205020404" pitchFamily="49" charset="0"/>
              </a:rPr>
              <a:t>CHIP Xor {</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IN a, b;</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OUT out;</a:t>
            </a:r>
          </a:p>
          <a:p>
            <a:pPr algn="l" rtl="0">
              <a:spcBef>
                <a:spcPct val="10000"/>
              </a:spcBef>
              <a:buClr>
                <a:srgbClr val="000099"/>
              </a:buClr>
              <a:buFont typeface="Wingdings" pitchFamily="2" charset="2"/>
              <a:buNone/>
            </a:pPr>
            <a:endParaRPr lang="en-US" altLang="en-US" sz="1600" b="1">
              <a:latin typeface="Courier New" panose="02070309020205020404" pitchFamily="49" charset="0"/>
              <a:cs typeface="Courier New" panose="02070309020205020404" pitchFamily="49" charset="0"/>
            </a:endParaRP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 Implementation missing.</a:t>
            </a:r>
            <a:endParaRPr lang="en-US" altLang="en-US" sz="1600" b="1">
              <a:solidFill>
                <a:srgbClr val="003399"/>
              </a:solidFill>
              <a:latin typeface="Courier New" panose="02070309020205020404" pitchFamily="49" charset="0"/>
              <a:cs typeface="Courier New" panose="02070309020205020404" pitchFamily="49" charset="0"/>
            </a:endParaRP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a:t>
            </a:r>
          </a:p>
        </p:txBody>
      </p:sp>
      <p:sp>
        <p:nvSpPr>
          <p:cNvPr id="66562" name="Rectangle 2">
            <a:extLst>
              <a:ext uri="{FF2B5EF4-FFF2-40B4-BE49-F238E27FC236}">
                <a16:creationId xmlns:a16="http://schemas.microsoft.com/office/drawing/2014/main" id="{ABBE975A-ECE0-FE4E-B264-F058EFB1C7F4}"/>
              </a:ext>
            </a:extLst>
          </p:cNvPr>
          <p:cNvSpPr>
            <a:spLocks noGrp="1" noChangeArrowheads="1"/>
          </p:cNvSpPr>
          <p:nvPr>
            <p:ph type="title"/>
          </p:nvPr>
        </p:nvSpPr>
        <p:spPr/>
        <p:txBody>
          <a:bodyPr/>
          <a:lstStyle/>
          <a:p>
            <a:r>
              <a:rPr lang="en-US" altLang="en-US"/>
              <a:t>Chip Definition (</a:t>
            </a:r>
            <a:r>
              <a:rPr lang="en-US" altLang="en-US" b="1">
                <a:latin typeface="Courier New" panose="02070309020205020404" pitchFamily="49" charset="0"/>
                <a:cs typeface="Courier New" panose="02070309020205020404" pitchFamily="49" charset="0"/>
              </a:rPr>
              <a:t>.hdl</a:t>
            </a:r>
            <a:r>
              <a:rPr lang="en-US" altLang="en-US"/>
              <a:t> file)</a:t>
            </a:r>
          </a:p>
        </p:txBody>
      </p:sp>
      <p:grpSp>
        <p:nvGrpSpPr>
          <p:cNvPr id="66572" name="Group 12">
            <a:extLst>
              <a:ext uri="{FF2B5EF4-FFF2-40B4-BE49-F238E27FC236}">
                <a16:creationId xmlns:a16="http://schemas.microsoft.com/office/drawing/2014/main" id="{79779C5E-F910-5141-BE35-B22BD495084F}"/>
              </a:ext>
            </a:extLst>
          </p:cNvPr>
          <p:cNvGrpSpPr>
            <a:grpSpLocks/>
          </p:cNvGrpSpPr>
          <p:nvPr/>
        </p:nvGrpSpPr>
        <p:grpSpPr bwMode="auto">
          <a:xfrm>
            <a:off x="533400" y="1143000"/>
            <a:ext cx="8229600" cy="5257800"/>
            <a:chOff x="336" y="720"/>
            <a:chExt cx="5184" cy="3312"/>
          </a:xfrm>
        </p:grpSpPr>
        <p:sp>
          <p:nvSpPr>
            <p:cNvPr id="66564" name="Rectangle 4">
              <a:extLst>
                <a:ext uri="{FF2B5EF4-FFF2-40B4-BE49-F238E27FC236}">
                  <a16:creationId xmlns:a16="http://schemas.microsoft.com/office/drawing/2014/main" id="{5FA0A4D7-595F-2C4A-BD80-72B543634AA3}"/>
                </a:ext>
              </a:extLst>
            </p:cNvPr>
            <p:cNvSpPr>
              <a:spLocks noChangeArrowheads="1"/>
            </p:cNvSpPr>
            <p:nvPr/>
          </p:nvSpPr>
          <p:spPr bwMode="auto">
            <a:xfrm>
              <a:off x="432" y="2928"/>
              <a:ext cx="5088" cy="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Char char="§"/>
              </a:pPr>
              <a:r>
                <a:rPr lang="en-US" altLang="en-US" sz="1800" u="sng">
                  <a:latin typeface="Arial" panose="020B0604020202020204" pitchFamily="34" charset="0"/>
                </a:rPr>
                <a:t>Chip interface:</a:t>
              </a:r>
            </a:p>
            <a:p>
              <a:pPr lvl="1" algn="l" rtl="0">
                <a:spcBef>
                  <a:spcPct val="20000"/>
                </a:spcBef>
                <a:buClr>
                  <a:srgbClr val="006600"/>
                </a:buClr>
                <a:buSzPct val="75000"/>
                <a:buFont typeface="Wingdings" pitchFamily="2" charset="2"/>
                <a:buChar char="q"/>
              </a:pPr>
              <a:r>
                <a:rPr lang="en-US" altLang="en-US" sz="1800">
                  <a:latin typeface="Arial" panose="020B0604020202020204" pitchFamily="34" charset="0"/>
                </a:rPr>
                <a:t>Name of the chip</a:t>
              </a:r>
            </a:p>
            <a:p>
              <a:pPr lvl="1" algn="l" rtl="0">
                <a:spcBef>
                  <a:spcPct val="20000"/>
                </a:spcBef>
                <a:buClr>
                  <a:srgbClr val="006600"/>
                </a:buClr>
                <a:buSzPct val="75000"/>
                <a:buFont typeface="Wingdings" pitchFamily="2" charset="2"/>
                <a:buChar char="q"/>
              </a:pPr>
              <a:r>
                <a:rPr lang="en-US" altLang="en-US" sz="1800">
                  <a:latin typeface="Arial" panose="020B0604020202020204" pitchFamily="34" charset="0"/>
                </a:rPr>
                <a:t>Names of its input and output pins</a:t>
              </a:r>
            </a:p>
            <a:p>
              <a:pPr lvl="1" algn="l" rtl="0">
                <a:spcBef>
                  <a:spcPct val="20000"/>
                </a:spcBef>
                <a:buClr>
                  <a:srgbClr val="006600"/>
                </a:buClr>
                <a:buSzPct val="75000"/>
                <a:buFont typeface="Wingdings" pitchFamily="2" charset="2"/>
                <a:buChar char="q"/>
              </a:pPr>
              <a:r>
                <a:rPr lang="en-US" altLang="en-US" sz="1800">
                  <a:latin typeface="Arial" panose="020B0604020202020204" pitchFamily="34" charset="0"/>
                </a:rPr>
                <a:t>Documentation of the intended chip operation</a:t>
              </a:r>
            </a:p>
            <a:p>
              <a:pPr algn="l" rtl="0">
                <a:spcBef>
                  <a:spcPct val="40000"/>
                </a:spcBef>
                <a:buClr>
                  <a:srgbClr val="006600"/>
                </a:buClr>
                <a:buSzPct val="110000"/>
                <a:buFont typeface="Wingdings" pitchFamily="2" charset="2"/>
                <a:buChar char="§"/>
              </a:pPr>
              <a:r>
                <a:rPr lang="en-US" altLang="en-US" sz="1800">
                  <a:latin typeface="Arial" panose="020B0604020202020204" pitchFamily="34" charset="0"/>
                </a:rPr>
                <a:t> Typically supplied by the chip architect; similar to an API, or a contract.</a:t>
              </a:r>
            </a:p>
          </p:txBody>
        </p:sp>
        <p:sp>
          <p:nvSpPr>
            <p:cNvPr id="66570" name="AutoShape 10">
              <a:extLst>
                <a:ext uri="{FF2B5EF4-FFF2-40B4-BE49-F238E27FC236}">
                  <a16:creationId xmlns:a16="http://schemas.microsoft.com/office/drawing/2014/main" id="{D6B075A4-DB3E-3D4E-A099-B6BF3183D0F7}"/>
                </a:ext>
              </a:extLst>
            </p:cNvPr>
            <p:cNvSpPr>
              <a:spLocks noChangeArrowheads="1"/>
            </p:cNvSpPr>
            <p:nvPr/>
          </p:nvSpPr>
          <p:spPr bwMode="auto">
            <a:xfrm>
              <a:off x="336" y="720"/>
              <a:ext cx="1104" cy="384"/>
            </a:xfrm>
            <a:prstGeom prst="wedgeRoundRectCallout">
              <a:avLst>
                <a:gd name="adj1" fmla="val 84782"/>
                <a:gd name="adj2" fmla="val 53125"/>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600">
                  <a:solidFill>
                    <a:schemeClr val="tx1"/>
                  </a:solidFill>
                </a:rPr>
                <a:t>chip</a:t>
              </a:r>
            </a:p>
            <a:p>
              <a:r>
                <a:rPr lang="en-US" altLang="en-US" sz="1600">
                  <a:solidFill>
                    <a:schemeClr val="tx1"/>
                  </a:solidFill>
                </a:rPr>
                <a:t>interface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65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Text Box 3">
            <a:extLst>
              <a:ext uri="{FF2B5EF4-FFF2-40B4-BE49-F238E27FC236}">
                <a16:creationId xmlns:a16="http://schemas.microsoft.com/office/drawing/2014/main" id="{858E92BA-093B-5D4E-8B9E-1E420FBCB1B2}"/>
              </a:ext>
            </a:extLst>
          </p:cNvPr>
          <p:cNvSpPr txBox="1">
            <a:spLocks noChangeArrowheads="1"/>
          </p:cNvSpPr>
          <p:nvPr/>
        </p:nvSpPr>
        <p:spPr bwMode="auto">
          <a:xfrm>
            <a:off x="2590800" y="762000"/>
            <a:ext cx="5334000" cy="35052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190800" rIns="93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eaLnBrk="0" hangingPunct="0"/>
            <a:r>
              <a:rPr lang="en-US" altLang="en-US" sz="1600" b="1">
                <a:latin typeface="Courier New" panose="02070309020205020404" pitchFamily="49" charset="0"/>
                <a:cs typeface="Courier New" panose="02070309020205020404" pitchFamily="49" charset="0"/>
              </a:rPr>
              <a:t>/** Exclusive-or gate. out = a xor b */</a:t>
            </a:r>
          </a:p>
          <a:p>
            <a:pPr algn="l" rtl="0" eaLnBrk="0" hangingPunct="0"/>
            <a:r>
              <a:rPr lang="en-US" altLang="en-US" sz="1600" b="1">
                <a:latin typeface="Courier New" panose="02070309020205020404" pitchFamily="49" charset="0"/>
                <a:cs typeface="Courier New" panose="02070309020205020404" pitchFamily="49" charset="0"/>
              </a:rPr>
              <a:t>CHIP Xor {</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IN a, b;</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OUT out;</a:t>
            </a:r>
          </a:p>
          <a:p>
            <a:pPr algn="l" rtl="0">
              <a:spcBef>
                <a:spcPct val="10000"/>
              </a:spcBef>
              <a:buClr>
                <a:srgbClr val="000099"/>
              </a:buClr>
              <a:buFont typeface="Wingdings" pitchFamily="2" charset="2"/>
              <a:buNone/>
            </a:pPr>
            <a:endParaRPr lang="en-US" altLang="en-US" sz="1600" b="1">
              <a:latin typeface="Courier New" panose="02070309020205020404" pitchFamily="49" charset="0"/>
              <a:cs typeface="Courier New" panose="02070309020205020404" pitchFamily="49" charset="0"/>
            </a:endParaRP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a:t>
            </a:r>
            <a:r>
              <a:rPr lang="en-US" altLang="en-US" sz="1600" b="1">
                <a:solidFill>
                  <a:srgbClr val="003399"/>
                </a:solidFill>
                <a:latin typeface="Courier New" panose="02070309020205020404" pitchFamily="49" charset="0"/>
                <a:cs typeface="Courier New" panose="02070309020205020404" pitchFamily="49" charset="0"/>
              </a:rPr>
              <a:t>PARTS:</a:t>
            </a:r>
          </a:p>
          <a:p>
            <a:pPr algn="l" rtl="0">
              <a:spcBef>
                <a:spcPct val="10000"/>
              </a:spcBef>
              <a:buClr>
                <a:srgbClr val="000099"/>
              </a:buClr>
              <a:buFont typeface="Wingdings" pitchFamily="2" charset="2"/>
              <a:buNone/>
            </a:pPr>
            <a:r>
              <a:rPr lang="en-US" altLang="en-US" sz="1600" b="1">
                <a:solidFill>
                  <a:srgbClr val="003399"/>
                </a:solidFill>
                <a:latin typeface="Courier New" panose="02070309020205020404" pitchFamily="49" charset="0"/>
                <a:cs typeface="Courier New" panose="02070309020205020404" pitchFamily="49" charset="0"/>
              </a:rPr>
              <a:t>    Not(in=a, out=</a:t>
            </a:r>
            <a:r>
              <a:rPr lang="en-US" altLang="en-US" sz="1600" b="1">
                <a:solidFill>
                  <a:srgbClr val="993300"/>
                </a:solidFill>
                <a:latin typeface="Courier New" panose="02070309020205020404" pitchFamily="49" charset="0"/>
                <a:cs typeface="Courier New" panose="02070309020205020404" pitchFamily="49" charset="0"/>
              </a:rPr>
              <a:t>nota</a:t>
            </a:r>
            <a:r>
              <a:rPr lang="en-US" altLang="en-US" sz="1600" b="1">
                <a:solidFill>
                  <a:srgbClr val="003399"/>
                </a:solidFill>
                <a:latin typeface="Courier New" panose="02070309020205020404" pitchFamily="49" charset="0"/>
                <a:cs typeface="Courier New" panose="02070309020205020404" pitchFamily="49" charset="0"/>
              </a:rPr>
              <a:t>);</a:t>
            </a:r>
          </a:p>
          <a:p>
            <a:pPr algn="l" rtl="0">
              <a:spcBef>
                <a:spcPct val="10000"/>
              </a:spcBef>
              <a:buClr>
                <a:srgbClr val="000099"/>
              </a:buClr>
              <a:buFont typeface="Wingdings" pitchFamily="2" charset="2"/>
              <a:buNone/>
            </a:pPr>
            <a:r>
              <a:rPr lang="en-US" altLang="en-US" sz="1600" b="1">
                <a:solidFill>
                  <a:srgbClr val="003399"/>
                </a:solidFill>
                <a:latin typeface="Courier New" panose="02070309020205020404" pitchFamily="49" charset="0"/>
                <a:cs typeface="Courier New" panose="02070309020205020404" pitchFamily="49" charset="0"/>
              </a:rPr>
              <a:t>    Not(in=b, out=</a:t>
            </a:r>
            <a:r>
              <a:rPr lang="en-US" altLang="en-US" sz="1600" b="1">
                <a:solidFill>
                  <a:srgbClr val="993300"/>
                </a:solidFill>
                <a:latin typeface="Courier New" panose="02070309020205020404" pitchFamily="49" charset="0"/>
                <a:cs typeface="Courier New" panose="02070309020205020404" pitchFamily="49" charset="0"/>
              </a:rPr>
              <a:t>notb</a:t>
            </a:r>
            <a:r>
              <a:rPr lang="en-US" altLang="en-US" sz="1600" b="1">
                <a:solidFill>
                  <a:srgbClr val="003399"/>
                </a:solidFill>
                <a:latin typeface="Courier New" panose="02070309020205020404" pitchFamily="49" charset="0"/>
                <a:cs typeface="Courier New" panose="02070309020205020404" pitchFamily="49" charset="0"/>
              </a:rPr>
              <a:t>);</a:t>
            </a:r>
          </a:p>
          <a:p>
            <a:pPr algn="l" rtl="0">
              <a:spcBef>
                <a:spcPct val="10000"/>
              </a:spcBef>
              <a:buClr>
                <a:srgbClr val="000099"/>
              </a:buClr>
              <a:buFont typeface="Wingdings" pitchFamily="2" charset="2"/>
              <a:buNone/>
            </a:pPr>
            <a:r>
              <a:rPr lang="en-US" altLang="en-US" sz="1600" b="1">
                <a:solidFill>
                  <a:srgbClr val="003399"/>
                </a:solidFill>
                <a:latin typeface="Courier New" panose="02070309020205020404" pitchFamily="49" charset="0"/>
                <a:cs typeface="Courier New" panose="02070309020205020404" pitchFamily="49" charset="0"/>
              </a:rPr>
              <a:t>    And(a=a, b=</a:t>
            </a:r>
            <a:r>
              <a:rPr lang="en-US" altLang="en-US" sz="1600" b="1">
                <a:solidFill>
                  <a:srgbClr val="993300"/>
                </a:solidFill>
                <a:latin typeface="Courier New" panose="02070309020205020404" pitchFamily="49" charset="0"/>
                <a:cs typeface="Courier New" panose="02070309020205020404" pitchFamily="49" charset="0"/>
              </a:rPr>
              <a:t>notb</a:t>
            </a:r>
            <a:r>
              <a:rPr lang="en-US" altLang="en-US" sz="1600" b="1">
                <a:solidFill>
                  <a:srgbClr val="003399"/>
                </a:solidFill>
                <a:latin typeface="Courier New" panose="02070309020205020404" pitchFamily="49" charset="0"/>
                <a:cs typeface="Courier New" panose="02070309020205020404" pitchFamily="49" charset="0"/>
              </a:rPr>
              <a:t>, out=</a:t>
            </a:r>
            <a:r>
              <a:rPr lang="en-US" altLang="en-US" sz="1600" b="1">
                <a:solidFill>
                  <a:srgbClr val="993300"/>
                </a:solidFill>
                <a:latin typeface="Courier New" panose="02070309020205020404" pitchFamily="49" charset="0"/>
                <a:cs typeface="Courier New" panose="02070309020205020404" pitchFamily="49" charset="0"/>
              </a:rPr>
              <a:t>w1</a:t>
            </a:r>
            <a:r>
              <a:rPr lang="en-US" altLang="en-US" sz="1600" b="1">
                <a:solidFill>
                  <a:srgbClr val="003399"/>
                </a:solidFill>
                <a:latin typeface="Courier New" panose="02070309020205020404" pitchFamily="49" charset="0"/>
                <a:cs typeface="Courier New" panose="02070309020205020404" pitchFamily="49" charset="0"/>
              </a:rPr>
              <a:t>);</a:t>
            </a:r>
          </a:p>
          <a:p>
            <a:pPr algn="l" rtl="0">
              <a:spcBef>
                <a:spcPct val="10000"/>
              </a:spcBef>
              <a:buClr>
                <a:srgbClr val="000099"/>
              </a:buClr>
              <a:buFont typeface="Wingdings" pitchFamily="2" charset="2"/>
              <a:buNone/>
            </a:pPr>
            <a:r>
              <a:rPr lang="en-US" altLang="en-US" sz="1600" b="1">
                <a:solidFill>
                  <a:srgbClr val="003399"/>
                </a:solidFill>
                <a:latin typeface="Courier New" panose="02070309020205020404" pitchFamily="49" charset="0"/>
                <a:cs typeface="Courier New" panose="02070309020205020404" pitchFamily="49" charset="0"/>
              </a:rPr>
              <a:t>    And(a=</a:t>
            </a:r>
            <a:r>
              <a:rPr lang="en-US" altLang="en-US" sz="1600" b="1">
                <a:solidFill>
                  <a:srgbClr val="993300"/>
                </a:solidFill>
                <a:latin typeface="Courier New" panose="02070309020205020404" pitchFamily="49" charset="0"/>
                <a:cs typeface="Courier New" panose="02070309020205020404" pitchFamily="49" charset="0"/>
              </a:rPr>
              <a:t>nota</a:t>
            </a:r>
            <a:r>
              <a:rPr lang="en-US" altLang="en-US" sz="1600" b="1">
                <a:solidFill>
                  <a:srgbClr val="003399"/>
                </a:solidFill>
                <a:latin typeface="Courier New" panose="02070309020205020404" pitchFamily="49" charset="0"/>
                <a:cs typeface="Courier New" panose="02070309020205020404" pitchFamily="49" charset="0"/>
              </a:rPr>
              <a:t>, b=b, out=</a:t>
            </a:r>
            <a:r>
              <a:rPr lang="en-US" altLang="en-US" sz="1600" b="1">
                <a:solidFill>
                  <a:srgbClr val="993300"/>
                </a:solidFill>
                <a:latin typeface="Courier New" panose="02070309020205020404" pitchFamily="49" charset="0"/>
                <a:cs typeface="Courier New" panose="02070309020205020404" pitchFamily="49" charset="0"/>
              </a:rPr>
              <a:t>w2</a:t>
            </a:r>
            <a:r>
              <a:rPr lang="en-US" altLang="en-US" sz="1600" b="1">
                <a:solidFill>
                  <a:srgbClr val="003399"/>
                </a:solidFill>
                <a:latin typeface="Courier New" panose="02070309020205020404" pitchFamily="49" charset="0"/>
                <a:cs typeface="Courier New" panose="02070309020205020404" pitchFamily="49" charset="0"/>
              </a:rPr>
              <a:t>);</a:t>
            </a:r>
          </a:p>
          <a:p>
            <a:pPr algn="l" rtl="0">
              <a:spcBef>
                <a:spcPct val="10000"/>
              </a:spcBef>
              <a:buClr>
                <a:srgbClr val="000099"/>
              </a:buClr>
              <a:buFont typeface="Wingdings" pitchFamily="2" charset="2"/>
              <a:buNone/>
            </a:pPr>
            <a:r>
              <a:rPr lang="en-US" altLang="en-US" sz="1600" b="1">
                <a:solidFill>
                  <a:srgbClr val="003399"/>
                </a:solidFill>
                <a:latin typeface="Courier New" panose="02070309020205020404" pitchFamily="49" charset="0"/>
                <a:cs typeface="Courier New" panose="02070309020205020404" pitchFamily="49" charset="0"/>
              </a:rPr>
              <a:t>    Or(a=</a:t>
            </a:r>
            <a:r>
              <a:rPr lang="en-US" altLang="en-US" sz="1600" b="1">
                <a:solidFill>
                  <a:srgbClr val="993300"/>
                </a:solidFill>
                <a:latin typeface="Courier New" panose="02070309020205020404" pitchFamily="49" charset="0"/>
                <a:cs typeface="Courier New" panose="02070309020205020404" pitchFamily="49" charset="0"/>
              </a:rPr>
              <a:t>w1</a:t>
            </a:r>
            <a:r>
              <a:rPr lang="en-US" altLang="en-US" sz="1600" b="1">
                <a:solidFill>
                  <a:srgbClr val="003399"/>
                </a:solidFill>
                <a:latin typeface="Courier New" panose="02070309020205020404" pitchFamily="49" charset="0"/>
                <a:cs typeface="Courier New" panose="02070309020205020404" pitchFamily="49" charset="0"/>
              </a:rPr>
              <a:t>, b=</a:t>
            </a:r>
            <a:r>
              <a:rPr lang="en-US" altLang="en-US" sz="1600" b="1">
                <a:solidFill>
                  <a:srgbClr val="993300"/>
                </a:solidFill>
                <a:latin typeface="Courier New" panose="02070309020205020404" pitchFamily="49" charset="0"/>
                <a:cs typeface="Courier New" panose="02070309020205020404" pitchFamily="49" charset="0"/>
              </a:rPr>
              <a:t>w2</a:t>
            </a:r>
            <a:r>
              <a:rPr lang="en-US" altLang="en-US" sz="1600" b="1">
                <a:solidFill>
                  <a:srgbClr val="003399"/>
                </a:solidFill>
                <a:latin typeface="Courier New" panose="02070309020205020404" pitchFamily="49" charset="0"/>
                <a:cs typeface="Courier New" panose="02070309020205020404" pitchFamily="49" charset="0"/>
              </a:rPr>
              <a:t>, out=out);</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a:t>
            </a:r>
          </a:p>
        </p:txBody>
      </p:sp>
      <p:sp>
        <p:nvSpPr>
          <p:cNvPr id="90116" name="Rectangle 4">
            <a:extLst>
              <a:ext uri="{FF2B5EF4-FFF2-40B4-BE49-F238E27FC236}">
                <a16:creationId xmlns:a16="http://schemas.microsoft.com/office/drawing/2014/main" id="{382BCB62-3391-3441-8DE1-0F3A40D95BA7}"/>
              </a:ext>
            </a:extLst>
          </p:cNvPr>
          <p:cNvSpPr>
            <a:spLocks noChangeArrowheads="1"/>
          </p:cNvSpPr>
          <p:nvPr/>
        </p:nvSpPr>
        <p:spPr bwMode="auto">
          <a:xfrm>
            <a:off x="381000" y="4495800"/>
            <a:ext cx="868680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Char char="§"/>
            </a:pPr>
            <a:r>
              <a:rPr lang="en-US" altLang="en-US" sz="1800">
                <a:latin typeface="Arial" panose="020B0604020202020204" pitchFamily="34" charset="0"/>
              </a:rPr>
              <a:t>Any given chip can be implemented in several different ways. This particular implementation is based on: </a:t>
            </a:r>
            <a:r>
              <a:rPr lang="en-US" altLang="en-US" sz="1400">
                <a:solidFill>
                  <a:srgbClr val="000099"/>
                </a:solidFill>
                <a:latin typeface="Comic Sans MS" panose="030F0902030302020204" pitchFamily="66" charset="0"/>
              </a:rPr>
              <a:t>Xor(a,b) = Or(And(a,Not(b)), And(b,Not(a)))</a:t>
            </a:r>
          </a:p>
          <a:p>
            <a:pPr algn="l" rtl="0">
              <a:spcBef>
                <a:spcPct val="40000"/>
              </a:spcBef>
              <a:buClr>
                <a:srgbClr val="006600"/>
              </a:buClr>
              <a:buSzPct val="110000"/>
              <a:buFont typeface="Wingdings" pitchFamily="2" charset="2"/>
              <a:buChar char="§"/>
            </a:pPr>
            <a:r>
              <a:rPr lang="en-US" altLang="en-US" sz="1600" b="1">
                <a:solidFill>
                  <a:srgbClr val="003399"/>
                </a:solidFill>
                <a:latin typeface="Courier New" panose="02070309020205020404" pitchFamily="49" charset="0"/>
                <a:cs typeface="Courier New" panose="02070309020205020404" pitchFamily="49" charset="0"/>
              </a:rPr>
              <a:t>Not</a:t>
            </a:r>
            <a:r>
              <a:rPr lang="en-US" altLang="en-US" sz="1800">
                <a:latin typeface="Arial" panose="020B0604020202020204" pitchFamily="34" charset="0"/>
              </a:rPr>
              <a:t>, </a:t>
            </a:r>
            <a:r>
              <a:rPr lang="en-US" altLang="en-US" sz="1600" b="1">
                <a:solidFill>
                  <a:srgbClr val="003399"/>
                </a:solidFill>
                <a:latin typeface="Courier New" panose="02070309020205020404" pitchFamily="49" charset="0"/>
                <a:cs typeface="Courier New" panose="02070309020205020404" pitchFamily="49" charset="0"/>
              </a:rPr>
              <a:t>And</a:t>
            </a:r>
            <a:r>
              <a:rPr lang="en-US" altLang="en-US" sz="1800">
                <a:latin typeface="Arial" panose="020B0604020202020204" pitchFamily="34" charset="0"/>
              </a:rPr>
              <a:t>, </a:t>
            </a:r>
            <a:r>
              <a:rPr lang="en-US" altLang="en-US" sz="1600" b="1">
                <a:solidFill>
                  <a:srgbClr val="003399"/>
                </a:solidFill>
                <a:latin typeface="Courier New" panose="02070309020205020404" pitchFamily="49" charset="0"/>
                <a:cs typeface="Courier New" panose="02070309020205020404" pitchFamily="49" charset="0"/>
              </a:rPr>
              <a:t>Or</a:t>
            </a:r>
            <a:r>
              <a:rPr lang="en-US" altLang="en-US" sz="1800">
                <a:latin typeface="Arial" panose="020B0604020202020204" pitchFamily="34" charset="0"/>
              </a:rPr>
              <a:t>: </a:t>
            </a:r>
            <a:r>
              <a:rPr lang="en-US" altLang="en-US" sz="1800" i="1">
                <a:latin typeface="Arial" panose="020B0604020202020204" pitchFamily="34" charset="0"/>
              </a:rPr>
              <a:t>Internal parts</a:t>
            </a:r>
            <a:r>
              <a:rPr lang="en-US" altLang="en-US" sz="1800">
                <a:latin typeface="Arial" panose="020B0604020202020204" pitchFamily="34" charset="0"/>
              </a:rPr>
              <a:t> (previously built chips), invoked by the HDL programmer</a:t>
            </a:r>
          </a:p>
          <a:p>
            <a:pPr algn="l" rtl="0">
              <a:spcBef>
                <a:spcPct val="40000"/>
              </a:spcBef>
              <a:buClr>
                <a:srgbClr val="006600"/>
              </a:buClr>
              <a:buSzPct val="110000"/>
              <a:buFont typeface="Wingdings" pitchFamily="2" charset="2"/>
              <a:buChar char="§"/>
            </a:pPr>
            <a:r>
              <a:rPr lang="en-US" altLang="en-US" sz="1600" b="1">
                <a:solidFill>
                  <a:srgbClr val="993300"/>
                </a:solidFill>
                <a:latin typeface="Courier New" panose="02070309020205020404" pitchFamily="49" charset="0"/>
                <a:cs typeface="Courier New" panose="02070309020205020404" pitchFamily="49" charset="0"/>
              </a:rPr>
              <a:t>nota</a:t>
            </a:r>
            <a:r>
              <a:rPr lang="en-US" altLang="en-US" sz="1800">
                <a:latin typeface="Arial" panose="020B0604020202020204" pitchFamily="34" charset="0"/>
              </a:rPr>
              <a:t>, </a:t>
            </a:r>
            <a:r>
              <a:rPr lang="en-US" altLang="en-US" sz="1600" b="1">
                <a:solidFill>
                  <a:srgbClr val="993300"/>
                </a:solidFill>
                <a:latin typeface="Courier New" panose="02070309020205020404" pitchFamily="49" charset="0"/>
                <a:cs typeface="Courier New" panose="02070309020205020404" pitchFamily="49" charset="0"/>
              </a:rPr>
              <a:t>notb</a:t>
            </a:r>
            <a:r>
              <a:rPr lang="en-US" altLang="en-US" sz="1800">
                <a:latin typeface="Arial" panose="020B0604020202020204" pitchFamily="34" charset="0"/>
              </a:rPr>
              <a:t>, </a:t>
            </a:r>
            <a:r>
              <a:rPr lang="en-US" altLang="en-US" sz="1600" b="1">
                <a:solidFill>
                  <a:srgbClr val="993300"/>
                </a:solidFill>
                <a:latin typeface="Courier New" panose="02070309020205020404" pitchFamily="49" charset="0"/>
                <a:cs typeface="Courier New" panose="02070309020205020404" pitchFamily="49" charset="0"/>
              </a:rPr>
              <a:t>w1</a:t>
            </a:r>
            <a:r>
              <a:rPr lang="en-US" altLang="en-US" sz="1800">
                <a:latin typeface="Arial" panose="020B0604020202020204" pitchFamily="34" charset="0"/>
              </a:rPr>
              <a:t>, </a:t>
            </a:r>
            <a:r>
              <a:rPr lang="en-US" altLang="en-US" sz="1600" b="1">
                <a:solidFill>
                  <a:srgbClr val="993300"/>
                </a:solidFill>
                <a:latin typeface="Courier New" panose="02070309020205020404" pitchFamily="49" charset="0"/>
                <a:cs typeface="Courier New" panose="02070309020205020404" pitchFamily="49" charset="0"/>
              </a:rPr>
              <a:t>w2</a:t>
            </a:r>
            <a:r>
              <a:rPr lang="en-US" altLang="en-US" sz="1800">
                <a:latin typeface="Arial" panose="020B0604020202020204" pitchFamily="34" charset="0"/>
              </a:rPr>
              <a:t>: </a:t>
            </a:r>
            <a:r>
              <a:rPr lang="en-US" altLang="en-US" sz="1800" i="1">
                <a:latin typeface="Arial" panose="020B0604020202020204" pitchFamily="34" charset="0"/>
              </a:rPr>
              <a:t>internal pins</a:t>
            </a:r>
            <a:r>
              <a:rPr lang="en-US" altLang="en-US" sz="1800">
                <a:latin typeface="Arial" panose="020B0604020202020204" pitchFamily="34" charset="0"/>
              </a:rPr>
              <a:t>, created and named by the HDL programmer; used to connect internal parts. </a:t>
            </a:r>
          </a:p>
        </p:txBody>
      </p:sp>
      <p:sp>
        <p:nvSpPr>
          <p:cNvPr id="90117" name="AutoShape 5">
            <a:extLst>
              <a:ext uri="{FF2B5EF4-FFF2-40B4-BE49-F238E27FC236}">
                <a16:creationId xmlns:a16="http://schemas.microsoft.com/office/drawing/2014/main" id="{C8D45445-90B7-6E4F-AE8C-52D1EF0215EF}"/>
              </a:ext>
            </a:extLst>
          </p:cNvPr>
          <p:cNvSpPr>
            <a:spLocks noChangeArrowheads="1"/>
          </p:cNvSpPr>
          <p:nvPr/>
        </p:nvSpPr>
        <p:spPr bwMode="auto">
          <a:xfrm>
            <a:off x="533400" y="2590800"/>
            <a:ext cx="1752600" cy="609600"/>
          </a:xfrm>
          <a:prstGeom prst="wedgeRoundRectCallout">
            <a:avLst>
              <a:gd name="adj1" fmla="val 84782"/>
              <a:gd name="adj2" fmla="val 53125"/>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600">
                <a:solidFill>
                  <a:schemeClr val="tx1"/>
                </a:solidFill>
              </a:rPr>
              <a:t>chip implementation</a:t>
            </a:r>
          </a:p>
        </p:txBody>
      </p:sp>
      <p:sp>
        <p:nvSpPr>
          <p:cNvPr id="90118" name="AutoShape 6">
            <a:extLst>
              <a:ext uri="{FF2B5EF4-FFF2-40B4-BE49-F238E27FC236}">
                <a16:creationId xmlns:a16="http://schemas.microsoft.com/office/drawing/2014/main" id="{451536B7-D83C-014D-BC6E-33993EC7A7F8}"/>
              </a:ext>
            </a:extLst>
          </p:cNvPr>
          <p:cNvSpPr>
            <a:spLocks noChangeArrowheads="1"/>
          </p:cNvSpPr>
          <p:nvPr/>
        </p:nvSpPr>
        <p:spPr bwMode="auto">
          <a:xfrm>
            <a:off x="533400" y="1143000"/>
            <a:ext cx="1752600" cy="609600"/>
          </a:xfrm>
          <a:prstGeom prst="wedgeRoundRectCallout">
            <a:avLst>
              <a:gd name="adj1" fmla="val 84782"/>
              <a:gd name="adj2" fmla="val 53125"/>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1600">
                <a:solidFill>
                  <a:schemeClr val="tx1"/>
                </a:solidFill>
              </a:rPr>
              <a:t>chip</a:t>
            </a:r>
          </a:p>
          <a:p>
            <a:r>
              <a:rPr lang="en-US" altLang="en-US" sz="1600">
                <a:solidFill>
                  <a:schemeClr val="tx1"/>
                </a:solidFill>
              </a:rPr>
              <a:t>interface</a:t>
            </a:r>
          </a:p>
        </p:txBody>
      </p:sp>
      <p:sp>
        <p:nvSpPr>
          <p:cNvPr id="90120" name="Rectangle 8">
            <a:extLst>
              <a:ext uri="{FF2B5EF4-FFF2-40B4-BE49-F238E27FC236}">
                <a16:creationId xmlns:a16="http://schemas.microsoft.com/office/drawing/2014/main" id="{570674E3-6455-3A4A-AF89-7D35D99DC754}"/>
              </a:ext>
            </a:extLst>
          </p:cNvPr>
          <p:cNvSpPr>
            <a:spLocks noGrp="1" noChangeArrowheads="1"/>
          </p:cNvSpPr>
          <p:nvPr>
            <p:ph type="title"/>
          </p:nvPr>
        </p:nvSpPr>
        <p:spPr>
          <a:noFill/>
          <a:ln/>
        </p:spPr>
        <p:txBody>
          <a:bodyPr/>
          <a:lstStyle/>
          <a:p>
            <a:r>
              <a:rPr lang="en-US" altLang="en-US"/>
              <a:t>Chip Definition (</a:t>
            </a:r>
            <a:r>
              <a:rPr lang="en-US" altLang="en-US" b="1">
                <a:latin typeface="Courier New" panose="02070309020205020404" pitchFamily="49" charset="0"/>
                <a:cs typeface="Courier New" panose="02070309020205020404" pitchFamily="49" charset="0"/>
              </a:rPr>
              <a:t>.hdl</a:t>
            </a:r>
            <a:r>
              <a:rPr lang="en-US" altLang="en-US"/>
              <a:t> file)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011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011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01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6"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5014" name="Picture 22">
            <a:extLst>
              <a:ext uri="{FF2B5EF4-FFF2-40B4-BE49-F238E27FC236}">
                <a16:creationId xmlns:a16="http://schemas.microsoft.com/office/drawing/2014/main" id="{5264A1C0-F93B-D84C-9FC3-795574DCF3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750" y="620713"/>
            <a:ext cx="7848600" cy="566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4994" name="Rectangle 2">
            <a:extLst>
              <a:ext uri="{FF2B5EF4-FFF2-40B4-BE49-F238E27FC236}">
                <a16:creationId xmlns:a16="http://schemas.microsoft.com/office/drawing/2014/main" id="{F78E34F5-BBA8-5B4C-B000-D922ED465C73}"/>
              </a:ext>
            </a:extLst>
          </p:cNvPr>
          <p:cNvSpPr>
            <a:spLocks noGrp="1" noChangeArrowheads="1"/>
          </p:cNvSpPr>
          <p:nvPr>
            <p:ph type="title"/>
          </p:nvPr>
        </p:nvSpPr>
        <p:spPr/>
        <p:txBody>
          <a:bodyPr/>
          <a:lstStyle/>
          <a:p>
            <a:r>
              <a:rPr lang="en-US" altLang="en-US"/>
              <a:t>Loading a Chip</a:t>
            </a:r>
          </a:p>
        </p:txBody>
      </p:sp>
      <p:sp>
        <p:nvSpPr>
          <p:cNvPr id="85004" name="AutoShape 12">
            <a:extLst>
              <a:ext uri="{FF2B5EF4-FFF2-40B4-BE49-F238E27FC236}">
                <a16:creationId xmlns:a16="http://schemas.microsoft.com/office/drawing/2014/main" id="{A8C7403C-8520-464A-B2C0-D09AD69331A8}"/>
              </a:ext>
            </a:extLst>
          </p:cNvPr>
          <p:cNvSpPr>
            <a:spLocks noChangeArrowheads="1"/>
          </p:cNvSpPr>
          <p:nvPr/>
        </p:nvSpPr>
        <p:spPr bwMode="auto">
          <a:xfrm>
            <a:off x="684213" y="4221163"/>
            <a:ext cx="2209800" cy="936625"/>
          </a:xfrm>
          <a:prstGeom prst="wedgeRoundRectCallout">
            <a:avLst>
              <a:gd name="adj1" fmla="val 87356"/>
              <a:gd name="adj2" fmla="val -117458"/>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a:solidFill>
                  <a:schemeClr val="tx1"/>
                </a:solidFill>
              </a:rPr>
              <a:t>Navigate to a directory and select an </a:t>
            </a:r>
            <a:r>
              <a:rPr lang="en-US" altLang="en-US" sz="1600" b="1">
                <a:solidFill>
                  <a:schemeClr val="tx1"/>
                </a:solidFill>
                <a:latin typeface="Courier New" panose="02070309020205020404" pitchFamily="49" charset="0"/>
                <a:cs typeface="Courier New" panose="02070309020205020404" pitchFamily="49" charset="0"/>
              </a:rPr>
              <a:t>.hdl</a:t>
            </a:r>
            <a:r>
              <a:rPr lang="en-US" altLang="en-US" sz="1600">
                <a:solidFill>
                  <a:schemeClr val="tx1"/>
                </a:solidFill>
              </a:rPr>
              <a:t> file.</a:t>
            </a:r>
          </a:p>
        </p:txBody>
      </p:sp>
      <p:sp>
        <p:nvSpPr>
          <p:cNvPr id="85005" name="Oval 13">
            <a:extLst>
              <a:ext uri="{FF2B5EF4-FFF2-40B4-BE49-F238E27FC236}">
                <a16:creationId xmlns:a16="http://schemas.microsoft.com/office/drawing/2014/main" id="{040B31C0-8ADA-1442-A7D7-57AA45C8DE84}"/>
              </a:ext>
            </a:extLst>
          </p:cNvPr>
          <p:cNvSpPr>
            <a:spLocks noChangeArrowheads="1"/>
          </p:cNvSpPr>
          <p:nvPr/>
        </p:nvSpPr>
        <p:spPr bwMode="auto">
          <a:xfrm>
            <a:off x="3851275" y="3500438"/>
            <a:ext cx="936625" cy="360362"/>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013" name="Oval 21">
            <a:extLst>
              <a:ext uri="{FF2B5EF4-FFF2-40B4-BE49-F238E27FC236}">
                <a16:creationId xmlns:a16="http://schemas.microsoft.com/office/drawing/2014/main" id="{DCF30F41-B440-C542-9739-9069706B9854}"/>
              </a:ext>
            </a:extLst>
          </p:cNvPr>
          <p:cNvSpPr>
            <a:spLocks noChangeArrowheads="1"/>
          </p:cNvSpPr>
          <p:nvPr/>
        </p:nvSpPr>
        <p:spPr bwMode="auto">
          <a:xfrm>
            <a:off x="539750" y="1052513"/>
            <a:ext cx="5334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5015" name="Oval 23">
            <a:extLst>
              <a:ext uri="{FF2B5EF4-FFF2-40B4-BE49-F238E27FC236}">
                <a16:creationId xmlns:a16="http://schemas.microsoft.com/office/drawing/2014/main" id="{9E9F9BCD-E205-4B48-8D33-42FB273F3AE0}"/>
              </a:ext>
            </a:extLst>
          </p:cNvPr>
          <p:cNvSpPr>
            <a:spLocks noChangeArrowheads="1"/>
          </p:cNvSpPr>
          <p:nvPr/>
        </p:nvSpPr>
        <p:spPr bwMode="auto">
          <a:xfrm>
            <a:off x="6948488" y="4724400"/>
            <a:ext cx="936625" cy="360363"/>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850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500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500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850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50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4"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56" name="Picture 20">
            <a:extLst>
              <a:ext uri="{FF2B5EF4-FFF2-40B4-BE49-F238E27FC236}">
                <a16:creationId xmlns:a16="http://schemas.microsoft.com/office/drawing/2014/main" id="{C7A6EABB-4B13-CC48-9282-79E633D231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374"/>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538" name="Rectangle 2">
            <a:extLst>
              <a:ext uri="{FF2B5EF4-FFF2-40B4-BE49-F238E27FC236}">
                <a16:creationId xmlns:a16="http://schemas.microsoft.com/office/drawing/2014/main" id="{C6F4F461-C47C-0D4F-8451-69F1391AAA7E}"/>
              </a:ext>
            </a:extLst>
          </p:cNvPr>
          <p:cNvSpPr>
            <a:spLocks noGrp="1" noChangeArrowheads="1"/>
          </p:cNvSpPr>
          <p:nvPr>
            <p:ph type="title"/>
          </p:nvPr>
        </p:nvSpPr>
        <p:spPr/>
        <p:txBody>
          <a:bodyPr/>
          <a:lstStyle/>
          <a:p>
            <a:r>
              <a:rPr lang="en-US" altLang="en-US"/>
              <a:t>Loading a Chip</a:t>
            </a:r>
          </a:p>
        </p:txBody>
      </p:sp>
      <p:sp>
        <p:nvSpPr>
          <p:cNvPr id="65542" name="AutoShape 6">
            <a:extLst>
              <a:ext uri="{FF2B5EF4-FFF2-40B4-BE49-F238E27FC236}">
                <a16:creationId xmlns:a16="http://schemas.microsoft.com/office/drawing/2014/main" id="{40261D8D-F367-A44E-8463-68DD7C445FA3}"/>
              </a:ext>
            </a:extLst>
          </p:cNvPr>
          <p:cNvSpPr>
            <a:spLocks noChangeArrowheads="1"/>
          </p:cNvSpPr>
          <p:nvPr/>
        </p:nvSpPr>
        <p:spPr bwMode="auto">
          <a:xfrm>
            <a:off x="1066800" y="2819400"/>
            <a:ext cx="2743200" cy="1066800"/>
          </a:xfrm>
          <a:prstGeom prst="wedgeRoundRectCallout">
            <a:avLst>
              <a:gd name="adj1" fmla="val -25694"/>
              <a:gd name="adj2" fmla="val -9226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54000" bIns="10800"/>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6600"/>
              </a:buClr>
              <a:buFont typeface="Wingdings" pitchFamily="2" charset="2"/>
              <a:buChar char="§"/>
            </a:pPr>
            <a:r>
              <a:rPr lang="en-US" altLang="en-US" sz="1400">
                <a:latin typeface="Arial" panose="020B0604020202020204" pitchFamily="34" charset="0"/>
                <a:cs typeface="Arial" panose="020B0604020202020204" pitchFamily="34" charset="0"/>
              </a:rPr>
              <a:t>Names and current values of the chip’s </a:t>
            </a:r>
            <a:r>
              <a:rPr lang="en-US" altLang="en-US" sz="1400" u="sng">
                <a:latin typeface="Arial" panose="020B0604020202020204" pitchFamily="34" charset="0"/>
                <a:cs typeface="Arial" panose="020B0604020202020204" pitchFamily="34" charset="0"/>
              </a:rPr>
              <a:t>input pins;</a:t>
            </a:r>
          </a:p>
          <a:p>
            <a:pPr algn="l" rtl="0">
              <a:spcBef>
                <a:spcPct val="25000"/>
              </a:spcBef>
              <a:buClr>
                <a:srgbClr val="006600"/>
              </a:buClr>
              <a:buFont typeface="Wingdings" pitchFamily="2" charset="2"/>
              <a:buChar char="§"/>
            </a:pPr>
            <a:r>
              <a:rPr lang="en-US" altLang="en-US" sz="1400">
                <a:solidFill>
                  <a:srgbClr val="003399"/>
                </a:solidFill>
                <a:latin typeface="Arial Unicode MS" panose="020B0604020202020204" pitchFamily="34" charset="-128"/>
                <a:ea typeface="Arial Unicode MS" panose="020B0604020202020204" pitchFamily="34" charset="-128"/>
                <a:cs typeface="Arial Unicode MS" panose="020B0604020202020204" pitchFamily="34" charset="-128"/>
              </a:rPr>
              <a:t>To change their values, enter the new values here.</a:t>
            </a:r>
          </a:p>
        </p:txBody>
      </p:sp>
      <p:sp>
        <p:nvSpPr>
          <p:cNvPr id="65543" name="AutoShape 7">
            <a:extLst>
              <a:ext uri="{FF2B5EF4-FFF2-40B4-BE49-F238E27FC236}">
                <a16:creationId xmlns:a16="http://schemas.microsoft.com/office/drawing/2014/main" id="{6AF56A37-0ED7-914E-9ACC-D0EAFC2BC68C}"/>
              </a:ext>
            </a:extLst>
          </p:cNvPr>
          <p:cNvSpPr>
            <a:spLocks noChangeArrowheads="1"/>
          </p:cNvSpPr>
          <p:nvPr/>
        </p:nvSpPr>
        <p:spPr bwMode="auto">
          <a:xfrm>
            <a:off x="4114800" y="5181600"/>
            <a:ext cx="3810000" cy="914400"/>
          </a:xfrm>
          <a:prstGeom prst="wedgeRoundRectCallout">
            <a:avLst>
              <a:gd name="adj1" fmla="val -107125"/>
              <a:gd name="adj2" fmla="val -48958"/>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6600"/>
              </a:buClr>
              <a:buFont typeface="Wingdings" pitchFamily="2" charset="2"/>
              <a:buChar char="§"/>
            </a:pPr>
            <a:r>
              <a:rPr lang="en-US" altLang="en-US" sz="1400">
                <a:latin typeface="Arial" panose="020B0604020202020204" pitchFamily="34" charset="0"/>
                <a:cs typeface="Arial" panose="020B0604020202020204" pitchFamily="34" charset="0"/>
              </a:rPr>
              <a:t>Read-only view of the loaded </a:t>
            </a:r>
            <a:r>
              <a:rPr lang="en-US" altLang="en-US" sz="1400" b="1">
                <a:latin typeface="Courier New" panose="02070309020205020404" pitchFamily="49" charset="0"/>
                <a:cs typeface="Courier New" panose="02070309020205020404" pitchFamily="49" charset="0"/>
              </a:rPr>
              <a:t>.hdl</a:t>
            </a:r>
            <a:r>
              <a:rPr lang="en-US" altLang="en-US" sz="1400">
                <a:latin typeface="Arial" panose="020B0604020202020204" pitchFamily="34" charset="0"/>
                <a:cs typeface="Arial" panose="020B0604020202020204" pitchFamily="34" charset="0"/>
              </a:rPr>
              <a:t> file;</a:t>
            </a:r>
          </a:p>
          <a:p>
            <a:pPr algn="l" rtl="0">
              <a:spcBef>
                <a:spcPct val="25000"/>
              </a:spcBef>
              <a:buClr>
                <a:srgbClr val="006600"/>
              </a:buClr>
              <a:buFont typeface="Wingdings" pitchFamily="2" charset="2"/>
              <a:buChar char="§"/>
            </a:pPr>
            <a:r>
              <a:rPr lang="en-US" altLang="en-US" sz="1400">
                <a:latin typeface="Arial" panose="020B0604020202020204" pitchFamily="34" charset="0"/>
                <a:cs typeface="Arial" panose="020B0604020202020204" pitchFamily="34" charset="0"/>
              </a:rPr>
              <a:t>Defines </a:t>
            </a:r>
            <a:r>
              <a:rPr lang="en-US" altLang="en-US" sz="1400">
                <a:latin typeface="Arial Unicode MS" panose="020B0604020202020204" pitchFamily="34" charset="-128"/>
                <a:ea typeface="Arial Unicode MS" panose="020B0604020202020204" pitchFamily="34" charset="-128"/>
                <a:cs typeface="Arial Unicode MS" panose="020B0604020202020204" pitchFamily="34" charset="-128"/>
              </a:rPr>
              <a:t>the </a:t>
            </a:r>
            <a:r>
              <a:rPr lang="en-US" altLang="en-US" sz="1400" u="sng">
                <a:latin typeface="Arial" panose="020B0604020202020204" pitchFamily="34" charset="0"/>
                <a:cs typeface="Arial" panose="020B0604020202020204" pitchFamily="34" charset="0"/>
              </a:rPr>
              <a:t>chip logic;</a:t>
            </a:r>
          </a:p>
          <a:p>
            <a:pPr algn="l" rtl="0">
              <a:spcBef>
                <a:spcPct val="25000"/>
              </a:spcBef>
              <a:buClr>
                <a:srgbClr val="006600"/>
              </a:buClr>
              <a:buFont typeface="Wingdings" pitchFamily="2" charset="2"/>
              <a:buChar char="§"/>
            </a:pPr>
            <a:r>
              <a:rPr lang="en-US" altLang="en-US" sz="1400">
                <a:solidFill>
                  <a:srgbClr val="003399"/>
                </a:solidFill>
                <a:latin typeface="Arial" panose="020B0604020202020204" pitchFamily="34" charset="0"/>
                <a:cs typeface="Arial" panose="020B0604020202020204" pitchFamily="34" charset="0"/>
              </a:rPr>
              <a:t>To edit it, use an external text editor.</a:t>
            </a:r>
          </a:p>
        </p:txBody>
      </p:sp>
      <p:sp>
        <p:nvSpPr>
          <p:cNvPr id="65547" name="AutoShape 11">
            <a:extLst>
              <a:ext uri="{FF2B5EF4-FFF2-40B4-BE49-F238E27FC236}">
                <a16:creationId xmlns:a16="http://schemas.microsoft.com/office/drawing/2014/main" id="{1CDFC09D-D2D9-654F-A4AD-C78289F6D28E}"/>
              </a:ext>
            </a:extLst>
          </p:cNvPr>
          <p:cNvSpPr>
            <a:spLocks noChangeArrowheads="1"/>
          </p:cNvSpPr>
          <p:nvPr/>
        </p:nvSpPr>
        <p:spPr bwMode="auto">
          <a:xfrm>
            <a:off x="5791200" y="1752600"/>
            <a:ext cx="2209800" cy="1371600"/>
          </a:xfrm>
          <a:prstGeom prst="wedgeRoundRectCallout">
            <a:avLst>
              <a:gd name="adj1" fmla="val -106611"/>
              <a:gd name="adj2" fmla="val -544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6600"/>
              </a:buClr>
              <a:buFont typeface="Wingdings" pitchFamily="2" charset="2"/>
              <a:buChar char="§"/>
            </a:pPr>
            <a:r>
              <a:rPr lang="en-US" altLang="en-US" sz="1400">
                <a:latin typeface="Arial" panose="020B0604020202020204" pitchFamily="34" charset="0"/>
                <a:cs typeface="Arial" panose="020B0604020202020204" pitchFamily="34" charset="0"/>
              </a:rPr>
              <a:t>Names and current values of the chip’s </a:t>
            </a:r>
            <a:r>
              <a:rPr lang="en-US" altLang="en-US" sz="1400" u="sng">
                <a:latin typeface="Arial" panose="020B0604020202020204" pitchFamily="34" charset="0"/>
                <a:cs typeface="Arial" panose="020B0604020202020204" pitchFamily="34" charset="0"/>
              </a:rPr>
              <a:t>output pins;</a:t>
            </a:r>
          </a:p>
          <a:p>
            <a:pPr algn="l" rtl="0">
              <a:spcBef>
                <a:spcPct val="25000"/>
              </a:spcBef>
              <a:buClr>
                <a:srgbClr val="006600"/>
              </a:buClr>
              <a:buFont typeface="Wingdings" pitchFamily="2" charset="2"/>
              <a:buChar char="§"/>
            </a:pPr>
            <a:r>
              <a:rPr lang="en-US" altLang="en-US" sz="1400">
                <a:solidFill>
                  <a:srgbClr val="003399"/>
                </a:solidFill>
                <a:latin typeface="Arial Unicode MS" panose="020B0604020202020204" pitchFamily="34" charset="-128"/>
                <a:ea typeface="Arial Unicode MS" panose="020B0604020202020204" pitchFamily="34" charset="-128"/>
                <a:cs typeface="Arial Unicode MS" panose="020B0604020202020204" pitchFamily="34" charset="-128"/>
              </a:rPr>
              <a:t>Calculated by the simulator; read-only</a:t>
            </a:r>
            <a:r>
              <a:rPr lang="en-US" altLang="en-US" sz="1400">
                <a:latin typeface="Arial" panose="020B0604020202020204" pitchFamily="34" charset="0"/>
                <a:cs typeface="Arial" panose="020B0604020202020204" pitchFamily="34" charset="0"/>
              </a:rPr>
              <a:t>.</a:t>
            </a:r>
          </a:p>
        </p:txBody>
      </p:sp>
      <p:sp>
        <p:nvSpPr>
          <p:cNvPr id="65548" name="AutoShape 12">
            <a:extLst>
              <a:ext uri="{FF2B5EF4-FFF2-40B4-BE49-F238E27FC236}">
                <a16:creationId xmlns:a16="http://schemas.microsoft.com/office/drawing/2014/main" id="{6725A04B-501F-2B43-B006-D31B192D9694}"/>
              </a:ext>
            </a:extLst>
          </p:cNvPr>
          <p:cNvSpPr>
            <a:spLocks noChangeArrowheads="1"/>
          </p:cNvSpPr>
          <p:nvPr/>
        </p:nvSpPr>
        <p:spPr bwMode="auto">
          <a:xfrm>
            <a:off x="5410200" y="3352800"/>
            <a:ext cx="3048000" cy="1600200"/>
          </a:xfrm>
          <a:prstGeom prst="wedgeRoundRectCallout">
            <a:avLst>
              <a:gd name="adj1" fmla="val -79949"/>
              <a:gd name="adj2" fmla="val 32042"/>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6600"/>
              </a:buClr>
              <a:buFont typeface="Wingdings" pitchFamily="2" charset="2"/>
              <a:buChar char="§"/>
            </a:pPr>
            <a:r>
              <a:rPr lang="en-US" altLang="en-US" sz="1400">
                <a:latin typeface="Arial" panose="020B0604020202020204" pitchFamily="34" charset="0"/>
                <a:cs typeface="Arial" panose="020B0604020202020204" pitchFamily="34" charset="0"/>
              </a:rPr>
              <a:t>Names and current values of the chip’s </a:t>
            </a:r>
            <a:r>
              <a:rPr lang="en-US" altLang="en-US" sz="1400" u="sng">
                <a:latin typeface="Arial" panose="020B0604020202020204" pitchFamily="34" charset="0"/>
                <a:cs typeface="Arial" panose="020B0604020202020204" pitchFamily="34" charset="0"/>
              </a:rPr>
              <a:t>internal pins</a:t>
            </a:r>
            <a:br>
              <a:rPr lang="en-US" altLang="en-US" sz="1400" u="sng">
                <a:latin typeface="Arial" panose="020B0604020202020204" pitchFamily="34" charset="0"/>
                <a:cs typeface="Arial" panose="020B0604020202020204" pitchFamily="34" charset="0"/>
              </a:rPr>
            </a:br>
            <a:r>
              <a:rPr lang="en-US" altLang="en-US" sz="1400">
                <a:latin typeface="Arial" panose="020B0604020202020204" pitchFamily="34" charset="0"/>
                <a:cs typeface="Arial" panose="020B0604020202020204" pitchFamily="34" charset="0"/>
              </a:rPr>
              <a:t>(used to connect the chip’s parts, forming the chip’s logic);</a:t>
            </a:r>
          </a:p>
          <a:p>
            <a:pPr algn="l" rtl="0">
              <a:spcBef>
                <a:spcPct val="25000"/>
              </a:spcBef>
              <a:buClr>
                <a:srgbClr val="006600"/>
              </a:buClr>
              <a:buFont typeface="Wingdings" pitchFamily="2" charset="2"/>
              <a:buChar char="§"/>
            </a:pPr>
            <a:r>
              <a:rPr lang="en-US" altLang="en-US" sz="1400">
                <a:solidFill>
                  <a:srgbClr val="003399"/>
                </a:solidFill>
                <a:latin typeface="Arial Unicode MS" panose="020B0604020202020204" pitchFamily="34" charset="-128"/>
                <a:ea typeface="Arial Unicode MS" panose="020B0604020202020204" pitchFamily="34" charset="-128"/>
                <a:cs typeface="Arial Unicode MS" panose="020B0604020202020204" pitchFamily="34" charset="-128"/>
              </a:rPr>
              <a:t>Calculated by the simulator; read-only.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55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554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55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2" grpId="0" animBg="1" autoUpdateAnimBg="0"/>
      <p:bldP spid="65547" grpId="0" animBg="1" autoUpdateAnimBg="0"/>
      <p:bldP spid="65548"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91" name="Picture 15">
            <a:extLst>
              <a:ext uri="{FF2B5EF4-FFF2-40B4-BE49-F238E27FC236}">
                <a16:creationId xmlns:a16="http://schemas.microsoft.com/office/drawing/2014/main" id="{D7DBBB6E-3BAA-4741-94E4-7F32D5CAAA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693"/>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1379" name="Rectangle 3">
            <a:extLst>
              <a:ext uri="{FF2B5EF4-FFF2-40B4-BE49-F238E27FC236}">
                <a16:creationId xmlns:a16="http://schemas.microsoft.com/office/drawing/2014/main" id="{AD7ED9A3-EC86-304B-ACD5-28B33997A5C5}"/>
              </a:ext>
            </a:extLst>
          </p:cNvPr>
          <p:cNvSpPr>
            <a:spLocks noGrp="1" noChangeArrowheads="1"/>
          </p:cNvSpPr>
          <p:nvPr>
            <p:ph type="title"/>
          </p:nvPr>
        </p:nvSpPr>
        <p:spPr/>
        <p:txBody>
          <a:bodyPr/>
          <a:lstStyle/>
          <a:p>
            <a:r>
              <a:rPr lang="en-US" altLang="en-US"/>
              <a:t>Exploring the Chip Logic</a:t>
            </a:r>
          </a:p>
        </p:txBody>
      </p:sp>
      <p:sp>
        <p:nvSpPr>
          <p:cNvPr id="101380" name="AutoShape 4">
            <a:extLst>
              <a:ext uri="{FF2B5EF4-FFF2-40B4-BE49-F238E27FC236}">
                <a16:creationId xmlns:a16="http://schemas.microsoft.com/office/drawing/2014/main" id="{1FEF2248-BEAB-BC42-A073-90C2860CCF8A}"/>
              </a:ext>
            </a:extLst>
          </p:cNvPr>
          <p:cNvSpPr>
            <a:spLocks noChangeArrowheads="1"/>
          </p:cNvSpPr>
          <p:nvPr/>
        </p:nvSpPr>
        <p:spPr bwMode="auto">
          <a:xfrm>
            <a:off x="1905000" y="2895600"/>
            <a:ext cx="1295400" cy="990600"/>
          </a:xfrm>
          <a:prstGeom prst="wedgeRoundRectCallout">
            <a:avLst>
              <a:gd name="adj1" fmla="val -40440"/>
              <a:gd name="adj2" fmla="val 166505"/>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spcBef>
                <a:spcPct val="25000"/>
              </a:spcBef>
              <a:buClr>
                <a:srgbClr val="000099"/>
              </a:buClr>
              <a:buSzPct val="120000"/>
              <a:buFont typeface="Wingdings" pitchFamily="2" charset="2"/>
              <a:buNone/>
            </a:pPr>
            <a:r>
              <a:rPr lang="en-US" altLang="en-US" sz="1600">
                <a:solidFill>
                  <a:schemeClr val="tx1"/>
                </a:solidFill>
              </a:rPr>
              <a:t>1. Click the </a:t>
            </a:r>
            <a:r>
              <a:rPr lang="en-US" altLang="en-US" sz="1600" b="1">
                <a:solidFill>
                  <a:schemeClr val="tx1"/>
                </a:solidFill>
                <a:latin typeface="Courier New" panose="02070309020205020404" pitchFamily="49" charset="0"/>
                <a:cs typeface="Courier New" panose="02070309020205020404" pitchFamily="49" charset="0"/>
              </a:rPr>
              <a:t>PARTS</a:t>
            </a:r>
            <a:r>
              <a:rPr lang="en-US" altLang="en-US" sz="1600">
                <a:solidFill>
                  <a:schemeClr val="tx1"/>
                </a:solidFill>
              </a:rPr>
              <a:t> keyword</a:t>
            </a:r>
          </a:p>
        </p:txBody>
      </p:sp>
      <p:sp>
        <p:nvSpPr>
          <p:cNvPr id="101381" name="AutoShape 5">
            <a:extLst>
              <a:ext uri="{FF2B5EF4-FFF2-40B4-BE49-F238E27FC236}">
                <a16:creationId xmlns:a16="http://schemas.microsoft.com/office/drawing/2014/main" id="{D6813FA8-DD43-A343-9864-102A8872BDE9}"/>
              </a:ext>
            </a:extLst>
          </p:cNvPr>
          <p:cNvSpPr>
            <a:spLocks noChangeArrowheads="1"/>
          </p:cNvSpPr>
          <p:nvPr/>
        </p:nvSpPr>
        <p:spPr bwMode="auto">
          <a:xfrm>
            <a:off x="4343400" y="2590800"/>
            <a:ext cx="4572000" cy="1371600"/>
          </a:xfrm>
          <a:prstGeom prst="wedgeRoundRectCallout">
            <a:avLst>
              <a:gd name="adj1" fmla="val -45694"/>
              <a:gd name="adj2" fmla="val 10509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0"/>
          <a:lstStyle/>
          <a:p>
            <a:pPr algn="l">
              <a:spcBef>
                <a:spcPct val="25000"/>
              </a:spcBef>
              <a:buClr>
                <a:srgbClr val="000099"/>
              </a:buClr>
              <a:buSzPct val="120000"/>
              <a:buFont typeface="Wingdings" pitchFamily="2" charset="2"/>
              <a:buNone/>
            </a:pPr>
            <a:r>
              <a:rPr lang="en-US" altLang="en-US" sz="1600">
                <a:solidFill>
                  <a:schemeClr val="tx1"/>
                </a:solidFill>
              </a:rPr>
              <a:t>2. A table pops up, showing the chip’s internal parts (lower-level chips) and whether they are:</a:t>
            </a:r>
          </a:p>
          <a:p>
            <a:pPr algn="l">
              <a:spcBef>
                <a:spcPct val="25000"/>
              </a:spcBef>
              <a:buClr>
                <a:srgbClr val="006600"/>
              </a:buClr>
              <a:buFont typeface="Wingdings" pitchFamily="2" charset="2"/>
              <a:buChar char="§"/>
            </a:pPr>
            <a:r>
              <a:rPr lang="en-US" altLang="en-US" sz="1400">
                <a:solidFill>
                  <a:schemeClr val="tx1"/>
                </a:solidFill>
              </a:rPr>
              <a:t>  Primitive (“given”) or composite (user-defined)</a:t>
            </a:r>
          </a:p>
          <a:p>
            <a:pPr algn="l">
              <a:spcBef>
                <a:spcPct val="25000"/>
              </a:spcBef>
              <a:buClr>
                <a:srgbClr val="006600"/>
              </a:buClr>
              <a:buFont typeface="Wingdings" pitchFamily="2" charset="2"/>
              <a:buChar char="§"/>
            </a:pPr>
            <a:r>
              <a:rPr lang="en-US" altLang="en-US" sz="1400">
                <a:solidFill>
                  <a:srgbClr val="003399"/>
                </a:solidFill>
                <a:latin typeface="Arial Unicode MS" panose="020B0604020202020204" pitchFamily="34" charset="-128"/>
                <a:ea typeface="Arial Unicode MS" panose="020B0604020202020204" pitchFamily="34" charset="-128"/>
                <a:cs typeface="Arial Unicode MS" panose="020B0604020202020204" pitchFamily="34" charset="-128"/>
              </a:rPr>
              <a:t>  </a:t>
            </a:r>
            <a:r>
              <a:rPr lang="en-US" altLang="en-US" sz="1400">
                <a:solidFill>
                  <a:schemeClr val="tx1"/>
                </a:solidFill>
              </a:rPr>
              <a:t>Clocked (sequential) or unclocked (combinational)</a:t>
            </a:r>
            <a:endParaRPr lang="en-US" altLang="en-US" sz="16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138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13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80" grpId="0" animBg="1" autoUpdateAnimBg="0"/>
      <p:bldP spid="101381"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33" name="Picture 25">
            <a:extLst>
              <a:ext uri="{FF2B5EF4-FFF2-40B4-BE49-F238E27FC236}">
                <a16:creationId xmlns:a16="http://schemas.microsoft.com/office/drawing/2014/main" id="{68FBDBCB-DBCA-9040-8B7F-0FF9A297C2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384"/>
          <a:stretch>
            <a:fillRect/>
          </a:stretch>
        </p:blipFill>
        <p:spPr bwMode="auto">
          <a:xfrm>
            <a:off x="457200" y="685800"/>
            <a:ext cx="8229600" cy="57912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8623" name="AutoShape 15">
            <a:extLst>
              <a:ext uri="{FF2B5EF4-FFF2-40B4-BE49-F238E27FC236}">
                <a16:creationId xmlns:a16="http://schemas.microsoft.com/office/drawing/2014/main" id="{1AFA421A-0063-3A48-A2E7-3079FA6364A8}"/>
              </a:ext>
            </a:extLst>
          </p:cNvPr>
          <p:cNvSpPr>
            <a:spLocks noChangeArrowheads="1"/>
          </p:cNvSpPr>
          <p:nvPr/>
        </p:nvSpPr>
        <p:spPr bwMode="auto">
          <a:xfrm>
            <a:off x="1447800" y="2819400"/>
            <a:ext cx="2057400" cy="685800"/>
          </a:xfrm>
          <a:prstGeom prst="wedgeRoundRectCallout">
            <a:avLst>
              <a:gd name="adj1" fmla="val -18056"/>
              <a:gd name="adj2" fmla="val 30046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spcBef>
                <a:spcPct val="25000"/>
              </a:spcBef>
              <a:buClr>
                <a:srgbClr val="000099"/>
              </a:buClr>
              <a:buSzPct val="120000"/>
              <a:buFont typeface="Wingdings" pitchFamily="2" charset="2"/>
              <a:buNone/>
            </a:pPr>
            <a:r>
              <a:rPr lang="en-US" altLang="en-US" sz="1600">
                <a:solidFill>
                  <a:schemeClr val="tx1"/>
                </a:solidFill>
              </a:rPr>
              <a:t>1. Click any one of the chip </a:t>
            </a:r>
            <a:r>
              <a:rPr lang="en-US" altLang="en-US" sz="1600" b="1">
                <a:solidFill>
                  <a:schemeClr val="tx1"/>
                </a:solidFill>
                <a:latin typeface="Courier New" panose="02070309020205020404" pitchFamily="49" charset="0"/>
                <a:cs typeface="Courier New" panose="02070309020205020404" pitchFamily="49" charset="0"/>
              </a:rPr>
              <a:t>PARTS</a:t>
            </a:r>
          </a:p>
        </p:txBody>
      </p:sp>
      <p:sp>
        <p:nvSpPr>
          <p:cNvPr id="68624" name="AutoShape 16">
            <a:extLst>
              <a:ext uri="{FF2B5EF4-FFF2-40B4-BE49-F238E27FC236}">
                <a16:creationId xmlns:a16="http://schemas.microsoft.com/office/drawing/2014/main" id="{0A2C7977-67F1-6740-987C-D36092D80DB0}"/>
              </a:ext>
            </a:extLst>
          </p:cNvPr>
          <p:cNvSpPr>
            <a:spLocks noChangeArrowheads="1"/>
          </p:cNvSpPr>
          <p:nvPr/>
        </p:nvSpPr>
        <p:spPr bwMode="auto">
          <a:xfrm>
            <a:off x="4572000" y="2286000"/>
            <a:ext cx="3429000" cy="1524000"/>
          </a:xfrm>
          <a:prstGeom prst="wedgeRoundRectCallout">
            <a:avLst>
              <a:gd name="adj1" fmla="val -52361"/>
              <a:gd name="adj2" fmla="val 9635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spcBef>
                <a:spcPct val="25000"/>
              </a:spcBef>
              <a:buClr>
                <a:srgbClr val="000099"/>
              </a:buClr>
              <a:buSzPct val="120000"/>
              <a:buFont typeface="Wingdings" pitchFamily="2" charset="2"/>
              <a:buNone/>
            </a:pPr>
            <a:r>
              <a:rPr lang="en-US" altLang="en-US" sz="1600">
                <a:solidFill>
                  <a:schemeClr val="tx1"/>
                </a:solidFill>
              </a:rPr>
              <a:t>2. A table pops up, showing the input/output pins of the selected part (actually, its API), and their current values;</a:t>
            </a:r>
          </a:p>
          <a:p>
            <a:pPr algn="l">
              <a:spcBef>
                <a:spcPct val="25000"/>
              </a:spcBef>
              <a:buClr>
                <a:srgbClr val="000099"/>
              </a:buClr>
              <a:buSzPct val="120000"/>
              <a:buFont typeface="Wingdings" pitchFamily="2" charset="2"/>
              <a:buNone/>
            </a:pPr>
            <a:r>
              <a:rPr lang="en-US" altLang="en-US" sz="1600">
                <a:solidFill>
                  <a:srgbClr val="003399"/>
                </a:solidFill>
              </a:rPr>
              <a:t>A convenient debugging tool.</a:t>
            </a:r>
          </a:p>
        </p:txBody>
      </p:sp>
      <p:sp>
        <p:nvSpPr>
          <p:cNvPr id="68627" name="Rectangle 19">
            <a:extLst>
              <a:ext uri="{FF2B5EF4-FFF2-40B4-BE49-F238E27FC236}">
                <a16:creationId xmlns:a16="http://schemas.microsoft.com/office/drawing/2014/main" id="{199DD8A0-5D6A-E743-B142-70B20056D9FC}"/>
              </a:ext>
            </a:extLst>
          </p:cNvPr>
          <p:cNvSpPr>
            <a:spLocks noGrp="1" noChangeArrowheads="1"/>
          </p:cNvSpPr>
          <p:nvPr>
            <p:ph type="title"/>
          </p:nvPr>
        </p:nvSpPr>
        <p:spPr>
          <a:noFill/>
          <a:ln/>
        </p:spPr>
        <p:txBody>
          <a:bodyPr/>
          <a:lstStyle/>
          <a:p>
            <a:r>
              <a:rPr lang="en-US" altLang="en-US"/>
              <a:t>Exploring the Chip Logic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62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86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23" grpId="0" animBg="1" autoUpdateAnimBg="0"/>
      <p:bldP spid="68624"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609" name="Picture 25">
            <a:extLst>
              <a:ext uri="{FF2B5EF4-FFF2-40B4-BE49-F238E27FC236}">
                <a16:creationId xmlns:a16="http://schemas.microsoft.com/office/drawing/2014/main" id="{DB762274-8219-0948-94FD-FBBC0BA1B1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586" name="Rectangle 2">
            <a:extLst>
              <a:ext uri="{FF2B5EF4-FFF2-40B4-BE49-F238E27FC236}">
                <a16:creationId xmlns:a16="http://schemas.microsoft.com/office/drawing/2014/main" id="{EDFE08E5-D34C-F345-8FB6-99A1BEBEDB7A}"/>
              </a:ext>
            </a:extLst>
          </p:cNvPr>
          <p:cNvSpPr>
            <a:spLocks noGrp="1" noChangeArrowheads="1"/>
          </p:cNvSpPr>
          <p:nvPr>
            <p:ph type="title"/>
          </p:nvPr>
        </p:nvSpPr>
        <p:spPr/>
        <p:txBody>
          <a:bodyPr/>
          <a:lstStyle/>
          <a:p>
            <a:r>
              <a:rPr lang="en-US" altLang="en-US"/>
              <a:t>Interactive Chip Testing</a:t>
            </a:r>
          </a:p>
        </p:txBody>
      </p:sp>
      <p:sp>
        <p:nvSpPr>
          <p:cNvPr id="67611" name="Oval 27">
            <a:extLst>
              <a:ext uri="{FF2B5EF4-FFF2-40B4-BE49-F238E27FC236}">
                <a16:creationId xmlns:a16="http://schemas.microsoft.com/office/drawing/2014/main" id="{BD0C89D8-2246-9847-B86A-ADEBA7A024C4}"/>
              </a:ext>
            </a:extLst>
          </p:cNvPr>
          <p:cNvSpPr>
            <a:spLocks noChangeArrowheads="1"/>
          </p:cNvSpPr>
          <p:nvPr/>
        </p:nvSpPr>
        <p:spPr bwMode="auto">
          <a:xfrm>
            <a:off x="2209800" y="990600"/>
            <a:ext cx="4572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615" name="AutoShape 31">
            <a:extLst>
              <a:ext uri="{FF2B5EF4-FFF2-40B4-BE49-F238E27FC236}">
                <a16:creationId xmlns:a16="http://schemas.microsoft.com/office/drawing/2014/main" id="{5D1A3B7C-433F-2D4F-BD9B-1C2DC64B492F}"/>
              </a:ext>
            </a:extLst>
          </p:cNvPr>
          <p:cNvSpPr>
            <a:spLocks noChangeArrowheads="1"/>
          </p:cNvSpPr>
          <p:nvPr/>
        </p:nvSpPr>
        <p:spPr bwMode="auto">
          <a:xfrm>
            <a:off x="4648200" y="1143000"/>
            <a:ext cx="3886200" cy="2438400"/>
          </a:xfrm>
          <a:prstGeom prst="wedgeRoundRectCallout">
            <a:avLst>
              <a:gd name="adj1" fmla="val -105352"/>
              <a:gd name="adj2" fmla="val 657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0099"/>
              </a:buClr>
              <a:buSzPct val="120000"/>
              <a:buFont typeface="Wingdings" pitchFamily="2" charset="2"/>
              <a:buNone/>
            </a:pPr>
            <a:r>
              <a:rPr lang="en-US" altLang="en-US" sz="1600">
                <a:latin typeface="Arial" panose="020B0604020202020204" pitchFamily="34" charset="0"/>
                <a:cs typeface="Arial" panose="020B0604020202020204" pitchFamily="34" charset="0"/>
              </a:rPr>
              <a:t>1. </a:t>
            </a:r>
            <a:r>
              <a:rPr lang="en-US" altLang="en-US" sz="1600" u="sng">
                <a:latin typeface="Arial" panose="020B0604020202020204" pitchFamily="34" charset="0"/>
                <a:cs typeface="Arial" panose="020B0604020202020204" pitchFamily="34" charset="0"/>
              </a:rPr>
              <a:t>User:</a:t>
            </a:r>
            <a:r>
              <a:rPr lang="en-US" altLang="en-US" sz="1600">
                <a:latin typeface="Arial" panose="020B0604020202020204" pitchFamily="34" charset="0"/>
                <a:cs typeface="Arial" panose="020B0604020202020204" pitchFamily="34" charset="0"/>
              </a:rPr>
              <a:t> changes the values of some input pins</a:t>
            </a:r>
            <a:endParaRPr lang="en-US" altLang="en-US" sz="800">
              <a:latin typeface="Arial" panose="020B0604020202020204" pitchFamily="34" charset="0"/>
              <a:cs typeface="Arial" panose="020B0604020202020204" pitchFamily="34" charset="0"/>
            </a:endParaRPr>
          </a:p>
          <a:p>
            <a:pPr algn="l" rtl="0">
              <a:spcBef>
                <a:spcPct val="25000"/>
              </a:spcBef>
              <a:buClr>
                <a:srgbClr val="000099"/>
              </a:buClr>
              <a:buSzPct val="120000"/>
              <a:buFont typeface="Wingdings" pitchFamily="2" charset="2"/>
              <a:buNone/>
            </a:pPr>
            <a:r>
              <a:rPr lang="en-US" altLang="en-US" sz="1600">
                <a:latin typeface="Arial" panose="020B0604020202020204" pitchFamily="34" charset="0"/>
                <a:cs typeface="Arial" panose="020B0604020202020204" pitchFamily="34" charset="0"/>
              </a:rPr>
              <a:t>2. </a:t>
            </a:r>
            <a:r>
              <a:rPr lang="en-US" altLang="en-US" sz="1600" u="sng">
                <a:latin typeface="Arial" panose="020B0604020202020204" pitchFamily="34" charset="0"/>
                <a:cs typeface="Arial" panose="020B0604020202020204" pitchFamily="34" charset="0"/>
              </a:rPr>
              <a:t>Simulator:</a:t>
            </a:r>
            <a:r>
              <a:rPr lang="en-US" altLang="en-US" sz="1600">
                <a:latin typeface="Arial" panose="020B0604020202020204" pitchFamily="34" charset="0"/>
                <a:cs typeface="Arial" panose="020B0604020202020204" pitchFamily="34" charset="0"/>
              </a:rPr>
              <a:t> responds by:</a:t>
            </a:r>
          </a:p>
          <a:p>
            <a:pPr algn="l" rtl="0">
              <a:spcBef>
                <a:spcPct val="25000"/>
              </a:spcBef>
              <a:buClr>
                <a:srgbClr val="006600"/>
              </a:buClr>
              <a:buFont typeface="Wingdings" pitchFamily="2" charset="2"/>
              <a:buChar char="§"/>
            </a:pPr>
            <a:r>
              <a:rPr lang="en-US" altLang="en-US" sz="1600">
                <a:latin typeface="Arial" panose="020B0604020202020204" pitchFamily="34" charset="0"/>
                <a:cs typeface="Arial" panose="020B0604020202020204" pitchFamily="34" charset="0"/>
              </a:rPr>
              <a:t>Darkening the output and internal pins, to indicate that the displayed values are no longer valid</a:t>
            </a:r>
          </a:p>
          <a:p>
            <a:pPr algn="l" rtl="0">
              <a:spcBef>
                <a:spcPct val="25000"/>
              </a:spcBef>
              <a:buClr>
                <a:srgbClr val="006600"/>
              </a:buClr>
              <a:buFont typeface="Wingdings" pitchFamily="2" charset="2"/>
              <a:buChar char="§"/>
            </a:pPr>
            <a:r>
              <a:rPr lang="en-US" altLang="en-US" sz="1600">
                <a:latin typeface="Arial" panose="020B0604020202020204" pitchFamily="34" charset="0"/>
                <a:cs typeface="Arial" panose="020B0604020202020204" pitchFamily="34" charset="0"/>
              </a:rPr>
              <a:t>Enabling the </a:t>
            </a:r>
            <a:r>
              <a:rPr lang="en-US" altLang="en-US" sz="1600" i="1">
                <a:latin typeface="Arial" panose="020B0604020202020204" pitchFamily="34" charset="0"/>
                <a:cs typeface="Arial" panose="020B0604020202020204" pitchFamily="34" charset="0"/>
              </a:rPr>
              <a:t>eval</a:t>
            </a:r>
            <a:r>
              <a:rPr lang="en-US" altLang="en-US" sz="1600">
                <a:latin typeface="Arial" panose="020B0604020202020204" pitchFamily="34" charset="0"/>
                <a:cs typeface="Arial" panose="020B0604020202020204" pitchFamily="34" charset="0"/>
              </a:rPr>
              <a:t> </a:t>
            </a:r>
            <a:br>
              <a:rPr lang="en-US" altLang="en-US" sz="1600">
                <a:latin typeface="Arial" panose="020B0604020202020204" pitchFamily="34" charset="0"/>
                <a:cs typeface="Arial" panose="020B0604020202020204" pitchFamily="34" charset="0"/>
              </a:rPr>
            </a:br>
            <a:r>
              <a:rPr lang="en-US" altLang="en-US" sz="1600">
                <a:latin typeface="Arial" panose="020B0604020202020204" pitchFamily="34" charset="0"/>
                <a:cs typeface="Arial" panose="020B0604020202020204" pitchFamily="34" charset="0"/>
              </a:rPr>
              <a:t>(calculator-shaped) button.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76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102" name="Picture 14">
            <a:extLst>
              <a:ext uri="{FF2B5EF4-FFF2-40B4-BE49-F238E27FC236}">
                <a16:creationId xmlns:a16="http://schemas.microsoft.com/office/drawing/2014/main" id="{927DCA16-C35E-7B4B-9001-688D4B298B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9104" name="Rectangle 16">
            <a:extLst>
              <a:ext uri="{FF2B5EF4-FFF2-40B4-BE49-F238E27FC236}">
                <a16:creationId xmlns:a16="http://schemas.microsoft.com/office/drawing/2014/main" id="{F37DA92F-40C5-1C44-B05C-725973246280}"/>
              </a:ext>
            </a:extLst>
          </p:cNvPr>
          <p:cNvSpPr>
            <a:spLocks noGrp="1" noChangeArrowheads="1"/>
          </p:cNvSpPr>
          <p:nvPr>
            <p:ph type="title"/>
          </p:nvPr>
        </p:nvSpPr>
        <p:spPr>
          <a:noFill/>
          <a:ln/>
        </p:spPr>
        <p:txBody>
          <a:bodyPr/>
          <a:lstStyle/>
          <a:p>
            <a:r>
              <a:rPr lang="en-US" altLang="en-US"/>
              <a:t>Interactive Chip Testing</a:t>
            </a:r>
          </a:p>
        </p:txBody>
      </p:sp>
      <p:sp>
        <p:nvSpPr>
          <p:cNvPr id="89105" name="Oval 17">
            <a:extLst>
              <a:ext uri="{FF2B5EF4-FFF2-40B4-BE49-F238E27FC236}">
                <a16:creationId xmlns:a16="http://schemas.microsoft.com/office/drawing/2014/main" id="{FE6742D3-714E-CC44-BACA-2FEF294ED3D3}"/>
              </a:ext>
            </a:extLst>
          </p:cNvPr>
          <p:cNvSpPr>
            <a:spLocks noChangeArrowheads="1"/>
          </p:cNvSpPr>
          <p:nvPr/>
        </p:nvSpPr>
        <p:spPr bwMode="auto">
          <a:xfrm>
            <a:off x="2209800" y="990600"/>
            <a:ext cx="4572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9113" name="AutoShape 25">
            <a:extLst>
              <a:ext uri="{FF2B5EF4-FFF2-40B4-BE49-F238E27FC236}">
                <a16:creationId xmlns:a16="http://schemas.microsoft.com/office/drawing/2014/main" id="{261888A8-8707-124D-9859-2D1A34893F3A}"/>
              </a:ext>
            </a:extLst>
          </p:cNvPr>
          <p:cNvSpPr>
            <a:spLocks noChangeArrowheads="1"/>
          </p:cNvSpPr>
          <p:nvPr/>
        </p:nvSpPr>
        <p:spPr bwMode="auto">
          <a:xfrm>
            <a:off x="4648200" y="1143000"/>
            <a:ext cx="3886200" cy="2438400"/>
          </a:xfrm>
          <a:prstGeom prst="wedgeRoundRectCallout">
            <a:avLst>
              <a:gd name="adj1" fmla="val -105352"/>
              <a:gd name="adj2" fmla="val 657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0099"/>
              </a:buClr>
              <a:buSzPct val="120000"/>
              <a:buFont typeface="Wingdings" pitchFamily="2" charset="2"/>
              <a:buNone/>
            </a:pPr>
            <a:r>
              <a:rPr lang="en-US" altLang="en-US" sz="1600">
                <a:latin typeface="Arial" panose="020B0604020202020204" pitchFamily="34" charset="0"/>
                <a:cs typeface="Arial" panose="020B0604020202020204" pitchFamily="34" charset="0"/>
              </a:rPr>
              <a:t>1. </a:t>
            </a:r>
            <a:r>
              <a:rPr lang="en-US" altLang="en-US" sz="1600" u="sng">
                <a:latin typeface="Arial" panose="020B0604020202020204" pitchFamily="34" charset="0"/>
                <a:cs typeface="Arial" panose="020B0604020202020204" pitchFamily="34" charset="0"/>
              </a:rPr>
              <a:t>User:</a:t>
            </a:r>
            <a:r>
              <a:rPr lang="en-US" altLang="en-US" sz="1600">
                <a:latin typeface="Arial" panose="020B0604020202020204" pitchFamily="34" charset="0"/>
                <a:cs typeface="Arial" panose="020B0604020202020204" pitchFamily="34" charset="0"/>
              </a:rPr>
              <a:t> changes the values of some input pins</a:t>
            </a:r>
            <a:endParaRPr lang="en-US" altLang="en-US" sz="800">
              <a:latin typeface="Arial" panose="020B0604020202020204" pitchFamily="34" charset="0"/>
              <a:cs typeface="Arial" panose="020B0604020202020204" pitchFamily="34" charset="0"/>
            </a:endParaRPr>
          </a:p>
          <a:p>
            <a:pPr algn="l" rtl="0">
              <a:spcBef>
                <a:spcPct val="25000"/>
              </a:spcBef>
              <a:buClr>
                <a:srgbClr val="000099"/>
              </a:buClr>
              <a:buSzPct val="120000"/>
              <a:buFont typeface="Wingdings" pitchFamily="2" charset="2"/>
              <a:buNone/>
            </a:pPr>
            <a:r>
              <a:rPr lang="en-US" altLang="en-US" sz="1600">
                <a:latin typeface="Arial" panose="020B0604020202020204" pitchFamily="34" charset="0"/>
                <a:cs typeface="Arial" panose="020B0604020202020204" pitchFamily="34" charset="0"/>
              </a:rPr>
              <a:t>2. </a:t>
            </a:r>
            <a:r>
              <a:rPr lang="en-US" altLang="en-US" sz="1600" u="sng">
                <a:latin typeface="Arial" panose="020B0604020202020204" pitchFamily="34" charset="0"/>
                <a:cs typeface="Arial" panose="020B0604020202020204" pitchFamily="34" charset="0"/>
              </a:rPr>
              <a:t>Simulator:</a:t>
            </a:r>
            <a:r>
              <a:rPr lang="en-US" altLang="en-US" sz="1600">
                <a:latin typeface="Arial" panose="020B0604020202020204" pitchFamily="34" charset="0"/>
                <a:cs typeface="Arial" panose="020B0604020202020204" pitchFamily="34" charset="0"/>
              </a:rPr>
              <a:t> responds by:</a:t>
            </a:r>
          </a:p>
          <a:p>
            <a:pPr algn="l" rtl="0">
              <a:spcBef>
                <a:spcPct val="25000"/>
              </a:spcBef>
              <a:buClr>
                <a:srgbClr val="006600"/>
              </a:buClr>
              <a:buFont typeface="Wingdings" pitchFamily="2" charset="2"/>
              <a:buChar char="§"/>
            </a:pPr>
            <a:r>
              <a:rPr lang="en-US" altLang="en-US" sz="1600">
                <a:latin typeface="Arial" panose="020B0604020202020204" pitchFamily="34" charset="0"/>
                <a:cs typeface="Arial" panose="020B0604020202020204" pitchFamily="34" charset="0"/>
              </a:rPr>
              <a:t>Darkening the output and internal pins, to indicate that the displayed values are no longer valid</a:t>
            </a:r>
          </a:p>
          <a:p>
            <a:pPr algn="l" rtl="0">
              <a:spcBef>
                <a:spcPct val="25000"/>
              </a:spcBef>
              <a:buClr>
                <a:srgbClr val="006600"/>
              </a:buClr>
              <a:buFont typeface="Wingdings" pitchFamily="2" charset="2"/>
              <a:buChar char="§"/>
            </a:pPr>
            <a:r>
              <a:rPr lang="en-US" altLang="en-US" sz="1600">
                <a:latin typeface="Arial" panose="020B0604020202020204" pitchFamily="34" charset="0"/>
                <a:cs typeface="Arial" panose="020B0604020202020204" pitchFamily="34" charset="0"/>
              </a:rPr>
              <a:t>Enabling the </a:t>
            </a:r>
            <a:r>
              <a:rPr lang="en-US" altLang="en-US" sz="1600" i="1">
                <a:latin typeface="Arial" panose="020B0604020202020204" pitchFamily="34" charset="0"/>
                <a:cs typeface="Arial" panose="020B0604020202020204" pitchFamily="34" charset="0"/>
              </a:rPr>
              <a:t>eval</a:t>
            </a:r>
            <a:r>
              <a:rPr lang="en-US" altLang="en-US" sz="1600">
                <a:latin typeface="Arial" panose="020B0604020202020204" pitchFamily="34" charset="0"/>
                <a:cs typeface="Arial" panose="020B0604020202020204" pitchFamily="34" charset="0"/>
              </a:rPr>
              <a:t> </a:t>
            </a:r>
            <a:br>
              <a:rPr lang="en-US" altLang="en-US" sz="1600">
                <a:latin typeface="Arial" panose="020B0604020202020204" pitchFamily="34" charset="0"/>
                <a:cs typeface="Arial" panose="020B0604020202020204" pitchFamily="34" charset="0"/>
              </a:rPr>
            </a:br>
            <a:r>
              <a:rPr lang="en-US" altLang="en-US" sz="1600">
                <a:latin typeface="Arial" panose="020B0604020202020204" pitchFamily="34" charset="0"/>
                <a:cs typeface="Arial" panose="020B0604020202020204" pitchFamily="34" charset="0"/>
              </a:rPr>
              <a:t>(calculator-shaped) button.</a:t>
            </a:r>
          </a:p>
        </p:txBody>
      </p:sp>
      <p:grpSp>
        <p:nvGrpSpPr>
          <p:cNvPr id="89111" name="Group 23">
            <a:extLst>
              <a:ext uri="{FF2B5EF4-FFF2-40B4-BE49-F238E27FC236}">
                <a16:creationId xmlns:a16="http://schemas.microsoft.com/office/drawing/2014/main" id="{9FB11395-1119-C34E-A163-86CA0B9EE429}"/>
              </a:ext>
            </a:extLst>
          </p:cNvPr>
          <p:cNvGrpSpPr>
            <a:grpSpLocks/>
          </p:cNvGrpSpPr>
          <p:nvPr/>
        </p:nvGrpSpPr>
        <p:grpSpPr bwMode="auto">
          <a:xfrm>
            <a:off x="3276600" y="2438400"/>
            <a:ext cx="5257800" cy="3657600"/>
            <a:chOff x="2064" y="1536"/>
            <a:chExt cx="3312" cy="2304"/>
          </a:xfrm>
        </p:grpSpPr>
        <p:sp>
          <p:nvSpPr>
            <p:cNvPr id="89094" name="AutoShape 6">
              <a:extLst>
                <a:ext uri="{FF2B5EF4-FFF2-40B4-BE49-F238E27FC236}">
                  <a16:creationId xmlns:a16="http://schemas.microsoft.com/office/drawing/2014/main" id="{5CCECAF9-79B8-F243-80A1-6E1C2D9E6337}"/>
                </a:ext>
              </a:extLst>
            </p:cNvPr>
            <p:cNvSpPr>
              <a:spLocks noChangeArrowheads="1"/>
            </p:cNvSpPr>
            <p:nvPr/>
          </p:nvSpPr>
          <p:spPr bwMode="auto">
            <a:xfrm>
              <a:off x="2064" y="1536"/>
              <a:ext cx="624" cy="1104"/>
            </a:xfrm>
            <a:prstGeom prst="upDownArrow">
              <a:avLst>
                <a:gd name="adj1" fmla="val 50000"/>
                <a:gd name="adj2" fmla="val 35385"/>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sz="1600" b="1"/>
                <a:t>Re-</a:t>
              </a:r>
              <a:br>
                <a:rPr lang="en-US" altLang="en-US" sz="1600" b="1"/>
              </a:br>
              <a:r>
                <a:rPr lang="en-US" altLang="en-US" sz="1600" b="1"/>
                <a:t>calc</a:t>
              </a:r>
            </a:p>
          </p:txBody>
        </p:sp>
        <p:sp>
          <p:nvSpPr>
            <p:cNvPr id="89108" name="AutoShape 20">
              <a:extLst>
                <a:ext uri="{FF2B5EF4-FFF2-40B4-BE49-F238E27FC236}">
                  <a16:creationId xmlns:a16="http://schemas.microsoft.com/office/drawing/2014/main" id="{2AC6C210-C4E1-6540-93D4-735FA677A686}"/>
                </a:ext>
              </a:extLst>
            </p:cNvPr>
            <p:cNvSpPr>
              <a:spLocks noChangeArrowheads="1"/>
            </p:cNvSpPr>
            <p:nvPr/>
          </p:nvSpPr>
          <p:spPr bwMode="auto">
            <a:xfrm>
              <a:off x="2928" y="2400"/>
              <a:ext cx="2448" cy="1440"/>
            </a:xfrm>
            <a:prstGeom prst="roundRect">
              <a:avLst>
                <a:gd name="adj" fmla="val 16667"/>
              </a:avLst>
            </a:prstGeom>
            <a:solidFill>
              <a:srgbClr val="FFFFC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0099"/>
                </a:buClr>
                <a:buSzPct val="120000"/>
                <a:buFont typeface="Wingdings" pitchFamily="2" charset="2"/>
                <a:buNone/>
              </a:pPr>
              <a:r>
                <a:rPr lang="en-US" altLang="en-US" sz="1600">
                  <a:latin typeface="Arial" panose="020B0604020202020204" pitchFamily="34" charset="0"/>
                  <a:cs typeface="Arial" panose="020B0604020202020204" pitchFamily="34" charset="0"/>
                </a:rPr>
                <a:t>3. </a:t>
              </a:r>
              <a:r>
                <a:rPr lang="en-US" altLang="en-US" sz="1600" u="sng">
                  <a:latin typeface="Arial" panose="020B0604020202020204" pitchFamily="34" charset="0"/>
                  <a:cs typeface="Arial" panose="020B0604020202020204" pitchFamily="34" charset="0"/>
                </a:rPr>
                <a:t>User:</a:t>
              </a:r>
              <a:r>
                <a:rPr lang="en-US" altLang="en-US" sz="1600">
                  <a:latin typeface="Arial" panose="020B0604020202020204" pitchFamily="34" charset="0"/>
                  <a:cs typeface="Arial" panose="020B0604020202020204" pitchFamily="34" charset="0"/>
                </a:rPr>
                <a:t> Clicked the </a:t>
              </a:r>
              <a:r>
                <a:rPr lang="en-US" altLang="en-US" sz="1600" i="1">
                  <a:latin typeface="Arial" panose="020B0604020202020204" pitchFamily="34" charset="0"/>
                  <a:cs typeface="Arial" panose="020B0604020202020204" pitchFamily="34" charset="0"/>
                </a:rPr>
                <a:t>eval</a:t>
              </a:r>
              <a:r>
                <a:rPr lang="en-US" altLang="en-US" sz="1600">
                  <a:latin typeface="Arial" panose="020B0604020202020204" pitchFamily="34" charset="0"/>
                  <a:cs typeface="Arial" panose="020B0604020202020204" pitchFamily="34" charset="0"/>
                </a:rPr>
                <a:t> button</a:t>
              </a:r>
            </a:p>
            <a:p>
              <a:pPr algn="l" rtl="0">
                <a:spcBef>
                  <a:spcPct val="25000"/>
                </a:spcBef>
                <a:buClr>
                  <a:srgbClr val="000099"/>
                </a:buClr>
                <a:buSzPct val="120000"/>
                <a:buFont typeface="Wingdings" pitchFamily="2" charset="2"/>
                <a:buNone/>
              </a:pPr>
              <a:r>
                <a:rPr lang="en-US" altLang="en-US" sz="1600">
                  <a:latin typeface="Arial" panose="020B0604020202020204" pitchFamily="34" charset="0"/>
                  <a:cs typeface="Arial" panose="020B0604020202020204" pitchFamily="34" charset="0"/>
                </a:rPr>
                <a:t>4. </a:t>
              </a:r>
              <a:r>
                <a:rPr lang="en-US" altLang="en-US" sz="1600" u="sng">
                  <a:latin typeface="Arial" panose="020B0604020202020204" pitchFamily="34" charset="0"/>
                  <a:cs typeface="Arial" panose="020B0604020202020204" pitchFamily="34" charset="0"/>
                </a:rPr>
                <a:t>Simulator:</a:t>
              </a:r>
              <a:r>
                <a:rPr lang="en-US" altLang="en-US" sz="1600">
                  <a:latin typeface="Arial" panose="020B0604020202020204" pitchFamily="34" charset="0"/>
                  <a:cs typeface="Arial" panose="020B0604020202020204" pitchFamily="34" charset="0"/>
                </a:rPr>
                <a:t> re-calculates the values  </a:t>
              </a:r>
              <a:br>
                <a:rPr lang="en-US" altLang="en-US" sz="1600">
                  <a:latin typeface="Arial" panose="020B0604020202020204" pitchFamily="34" charset="0"/>
                  <a:cs typeface="Arial" panose="020B0604020202020204" pitchFamily="34" charset="0"/>
                </a:rPr>
              </a:br>
              <a:r>
                <a:rPr lang="en-US" altLang="en-US" sz="1600">
                  <a:latin typeface="Arial" panose="020B0604020202020204" pitchFamily="34" charset="0"/>
                  <a:cs typeface="Arial" panose="020B0604020202020204" pitchFamily="34" charset="0"/>
                </a:rPr>
                <a:t>    of the chip’s internal and output</a:t>
              </a:r>
              <a:br>
                <a:rPr lang="en-US" altLang="en-US" sz="1600">
                  <a:latin typeface="Arial" panose="020B0604020202020204" pitchFamily="34" charset="0"/>
                  <a:cs typeface="Arial" panose="020B0604020202020204" pitchFamily="34" charset="0"/>
                </a:rPr>
              </a:br>
              <a:r>
                <a:rPr lang="en-US" altLang="en-US" sz="1600">
                  <a:latin typeface="Arial" panose="020B0604020202020204" pitchFamily="34" charset="0"/>
                  <a:cs typeface="Arial" panose="020B0604020202020204" pitchFamily="34" charset="0"/>
                </a:rPr>
                <a:t>    pins (i.e. applies the chip logic to </a:t>
              </a:r>
              <a:br>
                <a:rPr lang="en-US" altLang="en-US" sz="1600">
                  <a:latin typeface="Arial" panose="020B0604020202020204" pitchFamily="34" charset="0"/>
                  <a:cs typeface="Arial" panose="020B0604020202020204" pitchFamily="34" charset="0"/>
                </a:rPr>
              </a:br>
              <a:r>
                <a:rPr lang="en-US" altLang="en-US" sz="1600">
                  <a:latin typeface="Arial" panose="020B0604020202020204" pitchFamily="34" charset="0"/>
                  <a:cs typeface="Arial" panose="020B0604020202020204" pitchFamily="34" charset="0"/>
                </a:rPr>
                <a:t>    the new input values)</a:t>
              </a:r>
            </a:p>
            <a:p>
              <a:pPr algn="l" rtl="0">
                <a:spcBef>
                  <a:spcPct val="25000"/>
                </a:spcBef>
                <a:buClr>
                  <a:srgbClr val="000099"/>
                </a:buClr>
                <a:buSzPct val="120000"/>
                <a:buFont typeface="Wingdings" pitchFamily="2" charset="2"/>
                <a:buNone/>
              </a:pPr>
              <a:r>
                <a:rPr lang="en-US" altLang="en-US" sz="1600">
                  <a:latin typeface="Arial" panose="020B0604020202020204" pitchFamily="34" charset="0"/>
                  <a:cs typeface="Arial" panose="020B0604020202020204" pitchFamily="34" charset="0"/>
                </a:rPr>
                <a:t>5. To continue interactive testing,</a:t>
              </a:r>
              <a:br>
                <a:rPr lang="en-US" altLang="en-US" sz="1600">
                  <a:latin typeface="Arial" panose="020B0604020202020204" pitchFamily="34" charset="0"/>
                  <a:cs typeface="Arial" panose="020B0604020202020204" pitchFamily="34" charset="0"/>
                </a:rPr>
              </a:br>
              <a:r>
                <a:rPr lang="en-US" altLang="en-US" sz="1600">
                  <a:latin typeface="Arial" panose="020B0604020202020204" pitchFamily="34" charset="0"/>
                  <a:cs typeface="Arial" panose="020B0604020202020204" pitchFamily="34" charset="0"/>
                </a:rPr>
                <a:t>     enter new values into the input</a:t>
              </a:r>
              <a:br>
                <a:rPr lang="en-US" altLang="en-US" sz="1600">
                  <a:latin typeface="Arial" panose="020B0604020202020204" pitchFamily="34" charset="0"/>
                  <a:cs typeface="Arial" panose="020B0604020202020204" pitchFamily="34" charset="0"/>
                </a:rPr>
              </a:br>
              <a:r>
                <a:rPr lang="en-US" altLang="en-US" sz="1600">
                  <a:latin typeface="Arial" panose="020B0604020202020204" pitchFamily="34" charset="0"/>
                  <a:cs typeface="Arial" panose="020B0604020202020204" pitchFamily="34" charset="0"/>
                </a:rPr>
                <a:t>     pins and click the </a:t>
              </a:r>
              <a:r>
                <a:rPr lang="en-US" altLang="en-US" sz="1600" i="1">
                  <a:latin typeface="Arial" panose="020B0604020202020204" pitchFamily="34" charset="0"/>
                  <a:cs typeface="Arial" panose="020B0604020202020204" pitchFamily="34" charset="0"/>
                </a:rPr>
                <a:t>eval</a:t>
              </a:r>
              <a:r>
                <a:rPr lang="en-US" altLang="en-US" sz="1600">
                  <a:latin typeface="Arial" panose="020B0604020202020204" pitchFamily="34" charset="0"/>
                  <a:cs typeface="Arial" panose="020B0604020202020204" pitchFamily="34" charset="0"/>
                </a:rPr>
                <a:t> button.</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D2BB0E35-E047-AE4F-9D28-6518CC04469E}"/>
              </a:ext>
            </a:extLst>
          </p:cNvPr>
          <p:cNvSpPr>
            <a:spLocks noGrp="1" noChangeArrowheads="1"/>
          </p:cNvSpPr>
          <p:nvPr>
            <p:ph type="title"/>
          </p:nvPr>
        </p:nvSpPr>
        <p:spPr/>
        <p:txBody>
          <a:bodyPr/>
          <a:lstStyle/>
          <a:p>
            <a:r>
              <a:rPr lang="en-US" altLang="en-US"/>
              <a:t>Hardware Simulation Tutorial</a:t>
            </a:r>
          </a:p>
        </p:txBody>
      </p:sp>
      <p:pic>
        <p:nvPicPr>
          <p:cNvPr id="91139" name="Picture 3" descr="monitor">
            <a:extLst>
              <a:ext uri="{FF2B5EF4-FFF2-40B4-BE49-F238E27FC236}">
                <a16:creationId xmlns:a16="http://schemas.microsoft.com/office/drawing/2014/main" id="{77A6BBDE-C2E2-4547-838E-5F071743CA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91141" name="Rectangle 5">
            <a:extLst>
              <a:ext uri="{FF2B5EF4-FFF2-40B4-BE49-F238E27FC236}">
                <a16:creationId xmlns:a16="http://schemas.microsoft.com/office/drawing/2014/main" id="{ABB19EAC-7056-A347-98E7-0978C9DCF938}"/>
              </a:ext>
            </a:extLst>
          </p:cNvPr>
          <p:cNvSpPr>
            <a:spLocks noChangeArrowheads="1"/>
          </p:cNvSpPr>
          <p:nvPr/>
        </p:nvSpPr>
        <p:spPr bwMode="auto">
          <a:xfrm>
            <a:off x="3581400" y="2438400"/>
            <a:ext cx="24384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lgn="l">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lgn="l">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lgn="l">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b="1" u="sng">
                <a:solidFill>
                  <a:srgbClr val="000066"/>
                </a:solidFill>
              </a:rPr>
              <a:t>Part II:</a:t>
            </a:r>
          </a:p>
          <a:p>
            <a:pPr algn="ctr">
              <a:spcBef>
                <a:spcPct val="60000"/>
              </a:spcBef>
              <a:buFont typeface="Wingdings" pitchFamily="2" charset="2"/>
              <a:buNone/>
            </a:pPr>
            <a:r>
              <a:rPr lang="en-US" altLang="he-IL" sz="2400" b="1">
                <a:solidFill>
                  <a:srgbClr val="000066"/>
                </a:solidFill>
              </a:rPr>
              <a:t>Test Scripts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E2FBCB3F-EF97-9E49-AC14-CFA3E4573A8F}"/>
              </a:ext>
            </a:extLst>
          </p:cNvPr>
          <p:cNvSpPr>
            <a:spLocks noGrp="1" noChangeArrowheads="1"/>
          </p:cNvSpPr>
          <p:nvPr>
            <p:ph type="title"/>
          </p:nvPr>
        </p:nvSpPr>
        <p:spPr/>
        <p:txBody>
          <a:bodyPr/>
          <a:lstStyle/>
          <a:p>
            <a:r>
              <a:rPr lang="en-US" altLang="en-US"/>
              <a:t>Test Scripts</a:t>
            </a:r>
          </a:p>
        </p:txBody>
      </p:sp>
      <p:sp>
        <p:nvSpPr>
          <p:cNvPr id="153603" name="Text Box 3">
            <a:extLst>
              <a:ext uri="{FF2B5EF4-FFF2-40B4-BE49-F238E27FC236}">
                <a16:creationId xmlns:a16="http://schemas.microsoft.com/office/drawing/2014/main" id="{0AA5CA0B-5FE6-204B-A702-CA80C9EEC19F}"/>
              </a:ext>
            </a:extLst>
          </p:cNvPr>
          <p:cNvSpPr txBox="1">
            <a:spLocks noChangeArrowheads="1"/>
          </p:cNvSpPr>
          <p:nvPr/>
        </p:nvSpPr>
        <p:spPr bwMode="auto">
          <a:xfrm>
            <a:off x="533400" y="685800"/>
            <a:ext cx="3429000" cy="40386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154800" rIns="93600" bIns="82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load Xor.hdl,</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output-file Xor.out,</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compare-to Xor.cmp,</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output-list a%B3.1.3</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b%B3.1.3</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out%B3.1.3;</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set a 0,</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set b 0,</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eval,</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output;</a:t>
            </a:r>
          </a:p>
          <a:p>
            <a:pPr algn="l" rtl="0">
              <a:lnSpc>
                <a:spcPct val="50000"/>
              </a:lnSpc>
              <a:spcBef>
                <a:spcPct val="50000"/>
              </a:spcBef>
            </a:pPr>
            <a:endParaRPr lang="en-US" altLang="en-US" sz="1600" b="1">
              <a:latin typeface="Courier New" panose="02070309020205020404" pitchFamily="49" charset="0"/>
              <a:cs typeface="Courier New" panose="02070309020205020404" pitchFamily="49" charset="0"/>
            </a:endParaRP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set a 0,</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set b 1,</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eval,</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output;</a:t>
            </a:r>
          </a:p>
          <a:p>
            <a:pPr algn="l" rtl="0">
              <a:lnSpc>
                <a:spcPct val="50000"/>
              </a:lnSpc>
              <a:spcBef>
                <a:spcPct val="50000"/>
              </a:spcBef>
            </a:pPr>
            <a:r>
              <a:rPr lang="en-US" altLang="en-US" sz="1600" b="1">
                <a:solidFill>
                  <a:srgbClr val="00007A"/>
                </a:solidFill>
                <a:latin typeface="Courier New" panose="02070309020205020404" pitchFamily="49" charset="0"/>
                <a:cs typeface="Courier New" panose="02070309020205020404" pitchFamily="49" charset="0"/>
              </a:rPr>
              <a:t>Etc.</a:t>
            </a:r>
          </a:p>
        </p:txBody>
      </p:sp>
      <p:sp>
        <p:nvSpPr>
          <p:cNvPr id="153605" name="Rectangle 5">
            <a:extLst>
              <a:ext uri="{FF2B5EF4-FFF2-40B4-BE49-F238E27FC236}">
                <a16:creationId xmlns:a16="http://schemas.microsoft.com/office/drawing/2014/main" id="{2F6ACDEA-4EDF-A540-AD02-E5E3BAF22DD2}"/>
              </a:ext>
            </a:extLst>
          </p:cNvPr>
          <p:cNvSpPr>
            <a:spLocks noChangeArrowheads="1"/>
          </p:cNvSpPr>
          <p:nvPr/>
        </p:nvSpPr>
        <p:spPr bwMode="auto">
          <a:xfrm>
            <a:off x="4191000" y="5105400"/>
            <a:ext cx="4572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CC3300"/>
              </a:buClr>
              <a:buSzPct val="110000"/>
              <a:buFont typeface="Wingdings" pitchFamily="2" charset="2"/>
              <a:buChar char="§"/>
            </a:pPr>
            <a:r>
              <a:rPr lang="en-US" altLang="en-US" sz="1800">
                <a:latin typeface="Arial" panose="020B0604020202020204" pitchFamily="34" charset="0"/>
              </a:rPr>
              <a:t>If the script specifies a </a:t>
            </a:r>
            <a:r>
              <a:rPr lang="en-US" altLang="en-US" sz="1800" u="sng">
                <a:latin typeface="Arial" panose="020B0604020202020204" pitchFamily="34" charset="0"/>
              </a:rPr>
              <a:t>compare file</a:t>
            </a:r>
            <a:r>
              <a:rPr lang="en-US" altLang="en-US" sz="1800">
                <a:latin typeface="Arial" panose="020B0604020202020204" pitchFamily="34" charset="0"/>
              </a:rPr>
              <a:t>, the simulator will compare the </a:t>
            </a:r>
            <a:r>
              <a:rPr lang="en-US" altLang="en-US" sz="1800" b="1">
                <a:latin typeface="Courier New" panose="02070309020205020404" pitchFamily="49" charset="0"/>
                <a:cs typeface="Courier New" panose="02070309020205020404" pitchFamily="49" charset="0"/>
              </a:rPr>
              <a:t>.out</a:t>
            </a:r>
            <a:r>
              <a:rPr lang="en-US" altLang="en-US" sz="1800">
                <a:latin typeface="Arial" panose="020B0604020202020204" pitchFamily="34" charset="0"/>
              </a:rPr>
              <a:t> file to the </a:t>
            </a:r>
            <a:r>
              <a:rPr lang="en-US" altLang="en-US" sz="1800" b="1">
                <a:latin typeface="Courier New" panose="02070309020205020404" pitchFamily="49" charset="0"/>
                <a:cs typeface="Courier New" panose="02070309020205020404" pitchFamily="49" charset="0"/>
              </a:rPr>
              <a:t>.cmp</a:t>
            </a:r>
            <a:r>
              <a:rPr lang="en-US" altLang="en-US" sz="1800">
                <a:latin typeface="Arial" panose="020B0604020202020204" pitchFamily="34" charset="0"/>
              </a:rPr>
              <a:t> file, line by line.</a:t>
            </a:r>
          </a:p>
        </p:txBody>
      </p:sp>
      <p:grpSp>
        <p:nvGrpSpPr>
          <p:cNvPr id="153616" name="Group 16">
            <a:extLst>
              <a:ext uri="{FF2B5EF4-FFF2-40B4-BE49-F238E27FC236}">
                <a16:creationId xmlns:a16="http://schemas.microsoft.com/office/drawing/2014/main" id="{71D569E3-F728-244F-A0DD-BBE870BCD9C3}"/>
              </a:ext>
            </a:extLst>
          </p:cNvPr>
          <p:cNvGrpSpPr>
            <a:grpSpLocks/>
          </p:cNvGrpSpPr>
          <p:nvPr/>
        </p:nvGrpSpPr>
        <p:grpSpPr bwMode="auto">
          <a:xfrm>
            <a:off x="533400" y="3365500"/>
            <a:ext cx="3429000" cy="2959100"/>
            <a:chOff x="336" y="2112"/>
            <a:chExt cx="2160" cy="1864"/>
          </a:xfrm>
        </p:grpSpPr>
        <p:sp>
          <p:nvSpPr>
            <p:cNvPr id="153607" name="Text Box 7">
              <a:extLst>
                <a:ext uri="{FF2B5EF4-FFF2-40B4-BE49-F238E27FC236}">
                  <a16:creationId xmlns:a16="http://schemas.microsoft.com/office/drawing/2014/main" id="{C9FB8776-4035-2842-ACEA-3002E2967A44}"/>
                </a:ext>
              </a:extLst>
            </p:cNvPr>
            <p:cNvSpPr txBox="1">
              <a:spLocks noChangeArrowheads="1"/>
            </p:cNvSpPr>
            <p:nvPr/>
          </p:nvSpPr>
          <p:spPr bwMode="auto">
            <a:xfrm>
              <a:off x="336" y="3064"/>
              <a:ext cx="2160" cy="912"/>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190800" rIns="93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a   |   b   |  out  |</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0   |   0   |   0   |</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0   |   1   |   1   |</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1   |   0   |   1   |</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1   |   1   |   0   |</a:t>
              </a:r>
            </a:p>
            <a:p>
              <a:pPr algn="l" rtl="0">
                <a:lnSpc>
                  <a:spcPct val="50000"/>
                </a:lnSpc>
                <a:spcBef>
                  <a:spcPct val="50000"/>
                </a:spcBef>
              </a:pPr>
              <a:endParaRPr lang="en-US" altLang="en-US" sz="1600" b="1">
                <a:latin typeface="Courier New" panose="02070309020205020404" pitchFamily="49" charset="0"/>
                <a:cs typeface="Courier New" panose="02070309020205020404" pitchFamily="49" charset="0"/>
              </a:endParaRPr>
            </a:p>
          </p:txBody>
        </p:sp>
        <p:sp>
          <p:nvSpPr>
            <p:cNvPr id="153608" name="AutoShape 8">
              <a:extLst>
                <a:ext uri="{FF2B5EF4-FFF2-40B4-BE49-F238E27FC236}">
                  <a16:creationId xmlns:a16="http://schemas.microsoft.com/office/drawing/2014/main" id="{C097C243-3BDE-0442-A410-3070124ADA55}"/>
                </a:ext>
              </a:extLst>
            </p:cNvPr>
            <p:cNvSpPr>
              <a:spLocks noChangeArrowheads="1"/>
            </p:cNvSpPr>
            <p:nvPr/>
          </p:nvSpPr>
          <p:spPr bwMode="auto">
            <a:xfrm>
              <a:off x="1392" y="2112"/>
              <a:ext cx="864" cy="528"/>
            </a:xfrm>
            <a:prstGeom prst="wedgeRoundRectCallout">
              <a:avLst>
                <a:gd name="adj1" fmla="val -23264"/>
                <a:gd name="adj2" fmla="val 14488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350" indent="79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0099"/>
                </a:buClr>
                <a:buSzPct val="120000"/>
                <a:buFont typeface="Wingdings" pitchFamily="2" charset="2"/>
                <a:buNone/>
              </a:pPr>
              <a:r>
                <a:rPr lang="en-US" altLang="en-US" sz="1400">
                  <a:latin typeface="Arial" panose="020B0604020202020204" pitchFamily="34" charset="0"/>
                  <a:cs typeface="Arial" panose="020B0604020202020204" pitchFamily="34" charset="0"/>
                </a:rPr>
                <a:t>Generated output file </a:t>
              </a:r>
              <a:br>
                <a:rPr lang="en-US" altLang="en-US" sz="1400">
                  <a:latin typeface="Arial" panose="020B0604020202020204" pitchFamily="34" charset="0"/>
                  <a:cs typeface="Arial" panose="020B0604020202020204" pitchFamily="34" charset="0"/>
                </a:rPr>
              </a:br>
              <a:r>
                <a:rPr lang="en-US" altLang="en-US" sz="1400">
                  <a:latin typeface="Arial" panose="020B0604020202020204" pitchFamily="34" charset="0"/>
                  <a:cs typeface="Arial" panose="020B0604020202020204" pitchFamily="34" charset="0"/>
                </a:rPr>
                <a:t>(</a:t>
              </a:r>
              <a:r>
                <a:rPr lang="en-US" altLang="en-US" sz="1400" b="1">
                  <a:solidFill>
                    <a:srgbClr val="003399"/>
                  </a:solidFill>
                  <a:latin typeface="Courier New" panose="02070309020205020404" pitchFamily="49" charset="0"/>
                  <a:cs typeface="Courier New" panose="02070309020205020404" pitchFamily="49" charset="0"/>
                </a:rPr>
                <a:t>Xor.out</a:t>
              </a:r>
              <a:r>
                <a:rPr lang="en-US" altLang="en-US" sz="1400">
                  <a:latin typeface="Arial" panose="020B0604020202020204" pitchFamily="34" charset="0"/>
                  <a:cs typeface="Arial" panose="020B0604020202020204" pitchFamily="34" charset="0"/>
                </a:rPr>
                <a:t>)</a:t>
              </a:r>
            </a:p>
          </p:txBody>
        </p:sp>
      </p:grpSp>
      <p:grpSp>
        <p:nvGrpSpPr>
          <p:cNvPr id="153609" name="Group 9">
            <a:extLst>
              <a:ext uri="{FF2B5EF4-FFF2-40B4-BE49-F238E27FC236}">
                <a16:creationId xmlns:a16="http://schemas.microsoft.com/office/drawing/2014/main" id="{2BEC2396-391F-5C40-B530-4542CC73B7E6}"/>
              </a:ext>
            </a:extLst>
          </p:cNvPr>
          <p:cNvGrpSpPr>
            <a:grpSpLocks/>
          </p:cNvGrpSpPr>
          <p:nvPr/>
        </p:nvGrpSpPr>
        <p:grpSpPr bwMode="auto">
          <a:xfrm>
            <a:off x="4343400" y="838200"/>
            <a:ext cx="1905000" cy="3733800"/>
            <a:chOff x="2736" y="528"/>
            <a:chExt cx="1200" cy="2352"/>
          </a:xfrm>
        </p:grpSpPr>
        <p:sp>
          <p:nvSpPr>
            <p:cNvPr id="153610" name="AutoShape 10">
              <a:extLst>
                <a:ext uri="{FF2B5EF4-FFF2-40B4-BE49-F238E27FC236}">
                  <a16:creationId xmlns:a16="http://schemas.microsoft.com/office/drawing/2014/main" id="{0140AE04-4DF9-014A-91AE-1F5A47E145DA}"/>
                </a:ext>
              </a:extLst>
            </p:cNvPr>
            <p:cNvSpPr>
              <a:spLocks/>
            </p:cNvSpPr>
            <p:nvPr/>
          </p:nvSpPr>
          <p:spPr bwMode="auto">
            <a:xfrm>
              <a:off x="2736" y="528"/>
              <a:ext cx="240" cy="864"/>
            </a:xfrm>
            <a:prstGeom prst="rightBrace">
              <a:avLst>
                <a:gd name="adj1" fmla="val 30000"/>
                <a:gd name="adj2" fmla="val 50000"/>
              </a:avLst>
            </a:prstGeom>
            <a:noFill/>
            <a:ln w="22225">
              <a:solidFill>
                <a:schemeClr val="tx1"/>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11" name="AutoShape 11">
              <a:extLst>
                <a:ext uri="{FF2B5EF4-FFF2-40B4-BE49-F238E27FC236}">
                  <a16:creationId xmlns:a16="http://schemas.microsoft.com/office/drawing/2014/main" id="{BE21AAD7-9883-E947-896D-5EC9BC67D45E}"/>
                </a:ext>
              </a:extLst>
            </p:cNvPr>
            <p:cNvSpPr>
              <a:spLocks/>
            </p:cNvSpPr>
            <p:nvPr/>
          </p:nvSpPr>
          <p:spPr bwMode="auto">
            <a:xfrm>
              <a:off x="2736" y="1536"/>
              <a:ext cx="240" cy="576"/>
            </a:xfrm>
            <a:prstGeom prst="rightBrace">
              <a:avLst>
                <a:gd name="adj1" fmla="val 20000"/>
                <a:gd name="adj2" fmla="val 50000"/>
              </a:avLst>
            </a:prstGeom>
            <a:noFill/>
            <a:ln w="22225">
              <a:solidFill>
                <a:schemeClr val="tx1"/>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12" name="AutoShape 12">
              <a:extLst>
                <a:ext uri="{FF2B5EF4-FFF2-40B4-BE49-F238E27FC236}">
                  <a16:creationId xmlns:a16="http://schemas.microsoft.com/office/drawing/2014/main" id="{681338D6-96E8-824E-B195-907917376AE3}"/>
                </a:ext>
              </a:extLst>
            </p:cNvPr>
            <p:cNvSpPr>
              <a:spLocks/>
            </p:cNvSpPr>
            <p:nvPr/>
          </p:nvSpPr>
          <p:spPr bwMode="auto">
            <a:xfrm>
              <a:off x="2736" y="2304"/>
              <a:ext cx="240" cy="576"/>
            </a:xfrm>
            <a:prstGeom prst="rightBrace">
              <a:avLst>
                <a:gd name="adj1" fmla="val 20000"/>
                <a:gd name="adj2" fmla="val 50000"/>
              </a:avLst>
            </a:prstGeom>
            <a:noFill/>
            <a:ln w="22225">
              <a:solidFill>
                <a:schemeClr val="tx1"/>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3613" name="Rectangle 13">
              <a:extLst>
                <a:ext uri="{FF2B5EF4-FFF2-40B4-BE49-F238E27FC236}">
                  <a16:creationId xmlns:a16="http://schemas.microsoft.com/office/drawing/2014/main" id="{2ADFCBD3-1729-5C4D-BB26-420C228D9449}"/>
                </a:ext>
              </a:extLst>
            </p:cNvPr>
            <p:cNvSpPr>
              <a:spLocks noChangeArrowheads="1"/>
            </p:cNvSpPr>
            <p:nvPr/>
          </p:nvSpPr>
          <p:spPr bwMode="auto">
            <a:xfrm>
              <a:off x="2976" y="912"/>
              <a:ext cx="384"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CC3300"/>
                </a:buClr>
                <a:buSzPct val="110000"/>
                <a:buFont typeface="Wingdings" pitchFamily="2" charset="2"/>
                <a:buNone/>
              </a:pPr>
              <a:r>
                <a:rPr lang="en-US" altLang="en-US" sz="1400">
                  <a:latin typeface="Arial" panose="020B0604020202020204" pitchFamily="34" charset="0"/>
                </a:rPr>
                <a:t>Init</a:t>
              </a:r>
            </a:p>
          </p:txBody>
        </p:sp>
        <p:sp>
          <p:nvSpPr>
            <p:cNvPr id="153614" name="Rectangle 14">
              <a:extLst>
                <a:ext uri="{FF2B5EF4-FFF2-40B4-BE49-F238E27FC236}">
                  <a16:creationId xmlns:a16="http://schemas.microsoft.com/office/drawing/2014/main" id="{9C970948-4E92-364B-B51F-58DD377A2C23}"/>
                </a:ext>
              </a:extLst>
            </p:cNvPr>
            <p:cNvSpPr>
              <a:spLocks noChangeArrowheads="1"/>
            </p:cNvSpPr>
            <p:nvPr/>
          </p:nvSpPr>
          <p:spPr bwMode="auto">
            <a:xfrm>
              <a:off x="2976" y="1776"/>
              <a:ext cx="96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CC3300"/>
                </a:buClr>
                <a:buSzPct val="110000"/>
                <a:buFont typeface="Wingdings" pitchFamily="2" charset="2"/>
                <a:buNone/>
              </a:pPr>
              <a:r>
                <a:rPr lang="en-US" altLang="en-US" sz="1400">
                  <a:latin typeface="Arial" panose="020B0604020202020204" pitchFamily="34" charset="0"/>
                </a:rPr>
                <a:t>Simulation step</a:t>
              </a:r>
            </a:p>
          </p:txBody>
        </p:sp>
        <p:sp>
          <p:nvSpPr>
            <p:cNvPr id="153615" name="Rectangle 15">
              <a:extLst>
                <a:ext uri="{FF2B5EF4-FFF2-40B4-BE49-F238E27FC236}">
                  <a16:creationId xmlns:a16="http://schemas.microsoft.com/office/drawing/2014/main" id="{A27FD767-5B6C-2E43-9598-D8E07CFCA5B5}"/>
                </a:ext>
              </a:extLst>
            </p:cNvPr>
            <p:cNvSpPr>
              <a:spLocks noChangeArrowheads="1"/>
            </p:cNvSpPr>
            <p:nvPr/>
          </p:nvSpPr>
          <p:spPr bwMode="auto">
            <a:xfrm>
              <a:off x="2976" y="2544"/>
              <a:ext cx="960"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CC3300"/>
                </a:buClr>
                <a:buSzPct val="110000"/>
                <a:buFont typeface="Wingdings" pitchFamily="2" charset="2"/>
                <a:buNone/>
              </a:pPr>
              <a:r>
                <a:rPr lang="en-US" altLang="en-US" sz="1400">
                  <a:latin typeface="Arial" panose="020B0604020202020204" pitchFamily="34" charset="0"/>
                </a:rPr>
                <a:t>Simulation step</a:t>
              </a:r>
            </a:p>
          </p:txBody>
        </p:sp>
      </p:grpSp>
      <p:sp>
        <p:nvSpPr>
          <p:cNvPr id="153604" name="Rectangle 4">
            <a:extLst>
              <a:ext uri="{FF2B5EF4-FFF2-40B4-BE49-F238E27FC236}">
                <a16:creationId xmlns:a16="http://schemas.microsoft.com/office/drawing/2014/main" id="{C0DE7E8B-4D41-2946-AA62-18F1F1DC853D}"/>
              </a:ext>
            </a:extLst>
          </p:cNvPr>
          <p:cNvSpPr>
            <a:spLocks noChangeArrowheads="1"/>
          </p:cNvSpPr>
          <p:nvPr/>
        </p:nvSpPr>
        <p:spPr bwMode="auto">
          <a:xfrm>
            <a:off x="4267200" y="762000"/>
            <a:ext cx="4800600" cy="39624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60000"/>
              </a:spcBef>
              <a:buClr>
                <a:srgbClr val="006600"/>
              </a:buClr>
              <a:buSzPct val="110000"/>
              <a:buFont typeface="Wingdings" pitchFamily="2" charset="2"/>
              <a:buNone/>
            </a:pPr>
            <a:r>
              <a:rPr lang="en-US" altLang="en-US" sz="1800" u="sng">
                <a:latin typeface="Arial" panose="020B0604020202020204" pitchFamily="34" charset="0"/>
              </a:rPr>
              <a:t>Test scripts:</a:t>
            </a:r>
          </a:p>
          <a:p>
            <a:pPr algn="l" rtl="0">
              <a:spcBef>
                <a:spcPct val="60000"/>
              </a:spcBef>
              <a:buClr>
                <a:srgbClr val="006600"/>
              </a:buClr>
              <a:buSzPct val="110000"/>
              <a:buFont typeface="Wingdings" pitchFamily="2" charset="2"/>
              <a:buChar char="§"/>
            </a:pPr>
            <a:r>
              <a:rPr lang="en-US" altLang="en-US" sz="1800">
                <a:latin typeface="Arial" panose="020B0604020202020204" pitchFamily="34" charset="0"/>
              </a:rPr>
              <a:t>Are used for specifying, automating and replicating chip testing</a:t>
            </a:r>
          </a:p>
          <a:p>
            <a:pPr algn="l" rtl="0">
              <a:spcBef>
                <a:spcPct val="60000"/>
              </a:spcBef>
              <a:buClr>
                <a:srgbClr val="006600"/>
              </a:buClr>
              <a:buSzPct val="110000"/>
              <a:buFont typeface="Wingdings" pitchFamily="2" charset="2"/>
              <a:buChar char="§"/>
            </a:pPr>
            <a:r>
              <a:rPr lang="en-US" altLang="en-US" sz="1800">
                <a:latin typeface="Arial" panose="020B0604020202020204" pitchFamily="34" charset="0"/>
              </a:rPr>
              <a:t>Are supplied for every chip mentioned in the book (so you don’t have to write them)</a:t>
            </a:r>
          </a:p>
          <a:p>
            <a:pPr algn="l" rtl="0">
              <a:spcBef>
                <a:spcPct val="60000"/>
              </a:spcBef>
              <a:buClr>
                <a:srgbClr val="006600"/>
              </a:buClr>
              <a:buSzPct val="110000"/>
              <a:buFont typeface="Wingdings" pitchFamily="2" charset="2"/>
              <a:buChar char="§"/>
            </a:pPr>
            <a:r>
              <a:rPr lang="en-US" altLang="en-US" sz="1800">
                <a:latin typeface="Arial" panose="020B0604020202020204" pitchFamily="34" charset="0"/>
              </a:rPr>
              <a:t>Can effect, batch-style, any operation that can be done interactively</a:t>
            </a:r>
          </a:p>
          <a:p>
            <a:pPr algn="l" rtl="0">
              <a:spcBef>
                <a:spcPct val="60000"/>
              </a:spcBef>
              <a:buClr>
                <a:srgbClr val="006600"/>
              </a:buClr>
              <a:buSzPct val="110000"/>
              <a:buFont typeface="Wingdings" pitchFamily="2" charset="2"/>
              <a:buChar char="§"/>
            </a:pPr>
            <a:r>
              <a:rPr lang="en-US" altLang="en-US" sz="1800">
                <a:latin typeface="Arial" panose="020B0604020202020204" pitchFamily="34" charset="0"/>
              </a:rPr>
              <a:t>Are written in a simple language described in Appendix B of the book</a:t>
            </a:r>
          </a:p>
          <a:p>
            <a:pPr algn="l" rtl="0">
              <a:spcBef>
                <a:spcPct val="60000"/>
              </a:spcBef>
              <a:buClr>
                <a:srgbClr val="006600"/>
              </a:buClr>
              <a:buSzPct val="110000"/>
              <a:buFont typeface="Wingdings" pitchFamily="2" charset="2"/>
              <a:buChar char="§"/>
            </a:pPr>
            <a:r>
              <a:rPr lang="en-US" altLang="en-US" sz="1800">
                <a:latin typeface="Arial" panose="020B0604020202020204" pitchFamily="34" charset="0"/>
              </a:rPr>
              <a:t>Can create an </a:t>
            </a:r>
            <a:r>
              <a:rPr lang="en-US" altLang="en-US" sz="1800" u="sng">
                <a:latin typeface="Arial" panose="020B0604020202020204" pitchFamily="34" charset="0"/>
              </a:rPr>
              <a:t>output file</a:t>
            </a:r>
            <a:r>
              <a:rPr lang="en-US" altLang="en-US" sz="1800">
                <a:latin typeface="Arial" panose="020B0604020202020204" pitchFamily="34" charset="0"/>
              </a:rPr>
              <a:t> that records the results of the chip test</a:t>
            </a:r>
          </a:p>
          <a:p>
            <a:pPr algn="l" rtl="0">
              <a:spcBef>
                <a:spcPct val="60000"/>
              </a:spcBef>
              <a:buClr>
                <a:srgbClr val="006600"/>
              </a:buClr>
              <a:buSzPct val="110000"/>
              <a:buFont typeface="Wingdings" pitchFamily="2" charset="2"/>
              <a:buChar char="§"/>
            </a:pPr>
            <a:endParaRPr lang="en-US" altLang="en-US"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36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36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36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3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5" grpId="0" autoUpdateAnimBg="0"/>
      <p:bldP spid="153604"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74" name="Picture 18">
            <a:extLst>
              <a:ext uri="{FF2B5EF4-FFF2-40B4-BE49-F238E27FC236}">
                <a16:creationId xmlns:a16="http://schemas.microsoft.com/office/drawing/2014/main" id="{35BCB377-CB20-B443-80A6-D8D653CB8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658" name="Rectangle 2">
            <a:extLst>
              <a:ext uri="{FF2B5EF4-FFF2-40B4-BE49-F238E27FC236}">
                <a16:creationId xmlns:a16="http://schemas.microsoft.com/office/drawing/2014/main" id="{92C22B0D-14AB-8C43-AFCD-2F049ED2A6C7}"/>
              </a:ext>
            </a:extLst>
          </p:cNvPr>
          <p:cNvSpPr>
            <a:spLocks noGrp="1" noChangeArrowheads="1"/>
          </p:cNvSpPr>
          <p:nvPr>
            <p:ph type="title"/>
          </p:nvPr>
        </p:nvSpPr>
        <p:spPr/>
        <p:txBody>
          <a:bodyPr/>
          <a:lstStyle/>
          <a:p>
            <a:r>
              <a:rPr lang="en-US" altLang="en-US"/>
              <a:t>Loading a Script</a:t>
            </a:r>
          </a:p>
        </p:txBody>
      </p:sp>
      <p:sp>
        <p:nvSpPr>
          <p:cNvPr id="70662" name="AutoShape 6">
            <a:extLst>
              <a:ext uri="{FF2B5EF4-FFF2-40B4-BE49-F238E27FC236}">
                <a16:creationId xmlns:a16="http://schemas.microsoft.com/office/drawing/2014/main" id="{B062BAC7-EEB8-AD4C-934C-16A052B7FDA1}"/>
              </a:ext>
            </a:extLst>
          </p:cNvPr>
          <p:cNvSpPr>
            <a:spLocks noChangeArrowheads="1"/>
          </p:cNvSpPr>
          <p:nvPr/>
        </p:nvSpPr>
        <p:spPr bwMode="auto">
          <a:xfrm>
            <a:off x="762000" y="3200400"/>
            <a:ext cx="3124200" cy="2209800"/>
          </a:xfrm>
          <a:prstGeom prst="wedgeRoundRectCallout">
            <a:avLst>
              <a:gd name="adj1" fmla="val 26880"/>
              <a:gd name="adj2" fmla="val -122125"/>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a:solidFill>
                  <a:schemeClr val="tx1"/>
                </a:solidFill>
              </a:rPr>
              <a:t>To load a new script (</a:t>
            </a:r>
            <a:r>
              <a:rPr lang="en-US" altLang="en-US" sz="1600" b="1">
                <a:solidFill>
                  <a:schemeClr val="tx1"/>
                </a:solidFill>
                <a:latin typeface="Courier New" panose="02070309020205020404" pitchFamily="49" charset="0"/>
                <a:cs typeface="Courier New" panose="02070309020205020404" pitchFamily="49" charset="0"/>
              </a:rPr>
              <a:t>.tst</a:t>
            </a:r>
            <a:r>
              <a:rPr lang="en-US" altLang="en-US" sz="1600">
                <a:solidFill>
                  <a:schemeClr val="tx1"/>
                </a:solidFill>
              </a:rPr>
              <a:t> file), click this button;</a:t>
            </a:r>
          </a:p>
          <a:p>
            <a:pPr algn="l"/>
            <a:endParaRPr lang="en-US" altLang="en-US" sz="1600">
              <a:solidFill>
                <a:schemeClr val="tx1"/>
              </a:solidFill>
            </a:endParaRPr>
          </a:p>
          <a:p>
            <a:pPr algn="l"/>
            <a:r>
              <a:rPr lang="en-US" altLang="en-US" sz="1600">
                <a:solidFill>
                  <a:schemeClr val="tx1"/>
                </a:solidFill>
              </a:rPr>
              <a:t>Interactive loading of the chip itself (</a:t>
            </a:r>
            <a:r>
              <a:rPr lang="en-US" altLang="en-US" sz="1600" b="1">
                <a:solidFill>
                  <a:schemeClr val="tx1"/>
                </a:solidFill>
                <a:latin typeface="Courier New" panose="02070309020205020404" pitchFamily="49" charset="0"/>
                <a:cs typeface="Courier New" panose="02070309020205020404" pitchFamily="49" charset="0"/>
              </a:rPr>
              <a:t>.hdl</a:t>
            </a:r>
            <a:r>
              <a:rPr lang="en-US" altLang="en-US" sz="1600">
                <a:solidFill>
                  <a:schemeClr val="tx1"/>
                </a:solidFill>
              </a:rPr>
              <a:t> file) may not be necessary, since the test script typically contains a “load chip” command.</a:t>
            </a:r>
          </a:p>
        </p:txBody>
      </p:sp>
      <p:sp>
        <p:nvSpPr>
          <p:cNvPr id="70673" name="Oval 17">
            <a:extLst>
              <a:ext uri="{FF2B5EF4-FFF2-40B4-BE49-F238E27FC236}">
                <a16:creationId xmlns:a16="http://schemas.microsoft.com/office/drawing/2014/main" id="{9934B191-9CBC-A944-8C28-37F9E39C9662}"/>
              </a:ext>
            </a:extLst>
          </p:cNvPr>
          <p:cNvSpPr>
            <a:spLocks noChangeArrowheads="1"/>
          </p:cNvSpPr>
          <p:nvPr/>
        </p:nvSpPr>
        <p:spPr bwMode="auto">
          <a:xfrm>
            <a:off x="2971800" y="990600"/>
            <a:ext cx="4572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06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06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2"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214" name="Picture 3102">
            <a:extLst>
              <a:ext uri="{FF2B5EF4-FFF2-40B4-BE49-F238E27FC236}">
                <a16:creationId xmlns:a16="http://schemas.microsoft.com/office/drawing/2014/main" id="{0AF35C9B-4D84-4842-AF30-8181391F64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3186" name="Rectangle 3074">
            <a:extLst>
              <a:ext uri="{FF2B5EF4-FFF2-40B4-BE49-F238E27FC236}">
                <a16:creationId xmlns:a16="http://schemas.microsoft.com/office/drawing/2014/main" id="{1EB3FA40-FB96-1B4F-9B2F-3BA83557435F}"/>
              </a:ext>
            </a:extLst>
          </p:cNvPr>
          <p:cNvSpPr>
            <a:spLocks noGrp="1" noChangeArrowheads="1"/>
          </p:cNvSpPr>
          <p:nvPr>
            <p:ph type="title"/>
          </p:nvPr>
        </p:nvSpPr>
        <p:spPr/>
        <p:txBody>
          <a:bodyPr/>
          <a:lstStyle/>
          <a:p>
            <a:r>
              <a:rPr lang="en-US" altLang="en-US"/>
              <a:t>Script Controls</a:t>
            </a:r>
          </a:p>
        </p:txBody>
      </p:sp>
      <p:sp>
        <p:nvSpPr>
          <p:cNvPr id="93189" name="AutoShape 3077">
            <a:extLst>
              <a:ext uri="{FF2B5EF4-FFF2-40B4-BE49-F238E27FC236}">
                <a16:creationId xmlns:a16="http://schemas.microsoft.com/office/drawing/2014/main" id="{EF0933D9-E5C6-C646-BE88-E5F4984A6AC5}"/>
              </a:ext>
            </a:extLst>
          </p:cNvPr>
          <p:cNvSpPr>
            <a:spLocks noChangeArrowheads="1"/>
          </p:cNvSpPr>
          <p:nvPr/>
        </p:nvSpPr>
        <p:spPr bwMode="auto">
          <a:xfrm>
            <a:off x="685800" y="5410200"/>
            <a:ext cx="1905000" cy="609600"/>
          </a:xfrm>
          <a:prstGeom prst="wedgeRoundRectCallout">
            <a:avLst>
              <a:gd name="adj1" fmla="val -31917"/>
              <a:gd name="adj2" fmla="val -707032"/>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Executes the next simulation step</a:t>
            </a:r>
          </a:p>
        </p:txBody>
      </p:sp>
      <p:sp>
        <p:nvSpPr>
          <p:cNvPr id="93191" name="AutoShape 3079">
            <a:extLst>
              <a:ext uri="{FF2B5EF4-FFF2-40B4-BE49-F238E27FC236}">
                <a16:creationId xmlns:a16="http://schemas.microsoft.com/office/drawing/2014/main" id="{420951BA-0C4A-3642-A0AC-B5BFDCF34A0C}"/>
              </a:ext>
            </a:extLst>
          </p:cNvPr>
          <p:cNvSpPr>
            <a:spLocks noChangeArrowheads="1"/>
          </p:cNvSpPr>
          <p:nvPr/>
        </p:nvSpPr>
        <p:spPr bwMode="auto">
          <a:xfrm>
            <a:off x="1600200" y="4724400"/>
            <a:ext cx="1981200" cy="533400"/>
          </a:xfrm>
          <a:prstGeom prst="wedgeRoundRectCallout">
            <a:avLst>
              <a:gd name="adj1" fmla="val -62903"/>
              <a:gd name="adj2" fmla="val -66815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Multi-step execution, until a pause</a:t>
            </a:r>
          </a:p>
        </p:txBody>
      </p:sp>
      <p:sp>
        <p:nvSpPr>
          <p:cNvPr id="93200" name="AutoShape 3088">
            <a:extLst>
              <a:ext uri="{FF2B5EF4-FFF2-40B4-BE49-F238E27FC236}">
                <a16:creationId xmlns:a16="http://schemas.microsoft.com/office/drawing/2014/main" id="{07C174FE-DE54-2C49-8057-1A196779A526}"/>
              </a:ext>
            </a:extLst>
          </p:cNvPr>
          <p:cNvSpPr>
            <a:spLocks noChangeArrowheads="1"/>
          </p:cNvSpPr>
          <p:nvPr/>
        </p:nvSpPr>
        <p:spPr bwMode="auto">
          <a:xfrm>
            <a:off x="2514600" y="4038600"/>
            <a:ext cx="1524000" cy="533400"/>
          </a:xfrm>
          <a:prstGeom prst="wedgeRoundRectCallout">
            <a:avLst>
              <a:gd name="adj1" fmla="val -102292"/>
              <a:gd name="adj2" fmla="val -54345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Pauses the script execution</a:t>
            </a:r>
          </a:p>
        </p:txBody>
      </p:sp>
      <p:sp>
        <p:nvSpPr>
          <p:cNvPr id="93201" name="AutoShape 3089">
            <a:extLst>
              <a:ext uri="{FF2B5EF4-FFF2-40B4-BE49-F238E27FC236}">
                <a16:creationId xmlns:a16="http://schemas.microsoft.com/office/drawing/2014/main" id="{F2A72869-AF12-C141-91A1-DCA1A1B04093}"/>
              </a:ext>
            </a:extLst>
          </p:cNvPr>
          <p:cNvSpPr>
            <a:spLocks noChangeArrowheads="1"/>
          </p:cNvSpPr>
          <p:nvPr/>
        </p:nvSpPr>
        <p:spPr bwMode="auto">
          <a:xfrm>
            <a:off x="3200400" y="3352800"/>
            <a:ext cx="1066800" cy="609600"/>
          </a:xfrm>
          <a:prstGeom prst="wedgeRoundRectCallout">
            <a:avLst>
              <a:gd name="adj1" fmla="val -151486"/>
              <a:gd name="adj2" fmla="val -36015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Resets</a:t>
            </a:r>
            <a:br>
              <a:rPr lang="en-US" altLang="en-US" sz="1400">
                <a:solidFill>
                  <a:schemeClr val="tx1"/>
                </a:solidFill>
              </a:rPr>
            </a:br>
            <a:r>
              <a:rPr lang="en-US" altLang="en-US" sz="1400">
                <a:solidFill>
                  <a:schemeClr val="tx1"/>
                </a:solidFill>
              </a:rPr>
              <a:t>the script</a:t>
            </a:r>
          </a:p>
        </p:txBody>
      </p:sp>
      <p:sp>
        <p:nvSpPr>
          <p:cNvPr id="93202" name="AutoShape 3090">
            <a:extLst>
              <a:ext uri="{FF2B5EF4-FFF2-40B4-BE49-F238E27FC236}">
                <a16:creationId xmlns:a16="http://schemas.microsoft.com/office/drawing/2014/main" id="{D2817078-E760-CC44-A21F-81A059E35F04}"/>
              </a:ext>
            </a:extLst>
          </p:cNvPr>
          <p:cNvSpPr>
            <a:spLocks noChangeArrowheads="1"/>
          </p:cNvSpPr>
          <p:nvPr/>
        </p:nvSpPr>
        <p:spPr bwMode="auto">
          <a:xfrm>
            <a:off x="3276600" y="1905000"/>
            <a:ext cx="1066800" cy="990600"/>
          </a:xfrm>
          <a:prstGeom prst="wedgeRoundRectCallout">
            <a:avLst>
              <a:gd name="adj1" fmla="val 26787"/>
              <a:gd name="adj2" fmla="val -10865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Controls the script execution speed</a:t>
            </a:r>
          </a:p>
        </p:txBody>
      </p:sp>
      <p:sp>
        <p:nvSpPr>
          <p:cNvPr id="93208" name="Rectangle 3096">
            <a:extLst>
              <a:ext uri="{FF2B5EF4-FFF2-40B4-BE49-F238E27FC236}">
                <a16:creationId xmlns:a16="http://schemas.microsoft.com/office/drawing/2014/main" id="{82183DAF-1994-6E49-8825-C8944494A346}"/>
              </a:ext>
            </a:extLst>
          </p:cNvPr>
          <p:cNvSpPr>
            <a:spLocks noChangeArrowheads="1"/>
          </p:cNvSpPr>
          <p:nvPr/>
        </p:nvSpPr>
        <p:spPr bwMode="auto">
          <a:xfrm>
            <a:off x="4419600" y="2209800"/>
            <a:ext cx="2514600" cy="609600"/>
          </a:xfrm>
          <a:prstGeom prst="rect">
            <a:avLst/>
          </a:prstGeom>
          <a:noFill/>
          <a:ln w="25400">
            <a:solidFill>
              <a:srgbClr val="CC3300"/>
            </a:solidFill>
            <a:miter lim="800000"/>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209" name="Rectangle 3097">
            <a:extLst>
              <a:ext uri="{FF2B5EF4-FFF2-40B4-BE49-F238E27FC236}">
                <a16:creationId xmlns:a16="http://schemas.microsoft.com/office/drawing/2014/main" id="{978C1644-764B-2644-9CF1-A9ED9DBDDD7B}"/>
              </a:ext>
            </a:extLst>
          </p:cNvPr>
          <p:cNvSpPr>
            <a:spLocks noChangeArrowheads="1"/>
          </p:cNvSpPr>
          <p:nvPr/>
        </p:nvSpPr>
        <p:spPr bwMode="auto">
          <a:xfrm>
            <a:off x="4419600" y="2819400"/>
            <a:ext cx="2514600" cy="609600"/>
          </a:xfrm>
          <a:prstGeom prst="rect">
            <a:avLst/>
          </a:prstGeom>
          <a:noFill/>
          <a:ln w="25400">
            <a:solidFill>
              <a:srgbClr val="CC3300"/>
            </a:solidFill>
            <a:miter lim="800000"/>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210" name="Rectangle 3098">
            <a:extLst>
              <a:ext uri="{FF2B5EF4-FFF2-40B4-BE49-F238E27FC236}">
                <a16:creationId xmlns:a16="http://schemas.microsoft.com/office/drawing/2014/main" id="{E855EBF0-BBC2-6043-90FF-C418B45A604E}"/>
              </a:ext>
            </a:extLst>
          </p:cNvPr>
          <p:cNvSpPr>
            <a:spLocks noChangeArrowheads="1"/>
          </p:cNvSpPr>
          <p:nvPr/>
        </p:nvSpPr>
        <p:spPr bwMode="auto">
          <a:xfrm>
            <a:off x="4419600" y="3429000"/>
            <a:ext cx="2514600" cy="609600"/>
          </a:xfrm>
          <a:prstGeom prst="rect">
            <a:avLst/>
          </a:prstGeom>
          <a:noFill/>
          <a:ln w="25400">
            <a:solidFill>
              <a:srgbClr val="CC3300"/>
            </a:solidFill>
            <a:miter lim="800000"/>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211" name="Rectangle 3099">
            <a:extLst>
              <a:ext uri="{FF2B5EF4-FFF2-40B4-BE49-F238E27FC236}">
                <a16:creationId xmlns:a16="http://schemas.microsoft.com/office/drawing/2014/main" id="{B16131BC-3A57-284E-BDD0-5B98BE6038FC}"/>
              </a:ext>
            </a:extLst>
          </p:cNvPr>
          <p:cNvSpPr>
            <a:spLocks noChangeArrowheads="1"/>
          </p:cNvSpPr>
          <p:nvPr/>
        </p:nvSpPr>
        <p:spPr bwMode="auto">
          <a:xfrm>
            <a:off x="4419600" y="4038600"/>
            <a:ext cx="2514600" cy="609600"/>
          </a:xfrm>
          <a:prstGeom prst="rect">
            <a:avLst/>
          </a:prstGeom>
          <a:noFill/>
          <a:ln w="25400">
            <a:solidFill>
              <a:srgbClr val="CC3300"/>
            </a:solidFill>
            <a:miter lim="800000"/>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207" name="Rectangle 3095">
            <a:extLst>
              <a:ext uri="{FF2B5EF4-FFF2-40B4-BE49-F238E27FC236}">
                <a16:creationId xmlns:a16="http://schemas.microsoft.com/office/drawing/2014/main" id="{502E2735-D763-AE4C-8BF3-5444180D171B}"/>
              </a:ext>
            </a:extLst>
          </p:cNvPr>
          <p:cNvSpPr>
            <a:spLocks noChangeArrowheads="1"/>
          </p:cNvSpPr>
          <p:nvPr/>
        </p:nvSpPr>
        <p:spPr bwMode="auto">
          <a:xfrm>
            <a:off x="4419600" y="1600200"/>
            <a:ext cx="2514600" cy="609600"/>
          </a:xfrm>
          <a:prstGeom prst="rect">
            <a:avLst/>
          </a:prstGeom>
          <a:noFill/>
          <a:ln w="25400">
            <a:solidFill>
              <a:srgbClr val="CC3300"/>
            </a:solidFill>
            <a:miter lim="800000"/>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3217" name="AutoShape 3105">
            <a:extLst>
              <a:ext uri="{FF2B5EF4-FFF2-40B4-BE49-F238E27FC236}">
                <a16:creationId xmlns:a16="http://schemas.microsoft.com/office/drawing/2014/main" id="{30C2D781-0839-0844-A56F-7CCA1593F38D}"/>
              </a:ext>
            </a:extLst>
          </p:cNvPr>
          <p:cNvSpPr>
            <a:spLocks noChangeArrowheads="1"/>
          </p:cNvSpPr>
          <p:nvPr/>
        </p:nvSpPr>
        <p:spPr bwMode="auto">
          <a:xfrm>
            <a:off x="7086600" y="2438400"/>
            <a:ext cx="1447800" cy="1676400"/>
          </a:xfrm>
          <a:prstGeom prst="roundRect">
            <a:avLst>
              <a:gd name="adj" fmla="val 16667"/>
            </a:avLst>
          </a:prstGeom>
          <a:solidFill>
            <a:srgbClr val="FFFFC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a:lstStyle>
            <a:lvl1pPr marL="96838" algn="r" rtl="1">
              <a:tabLst>
                <a:tab pos="96838" algn="l"/>
              </a:tabLst>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tabLst>
                <a:tab pos="96838" algn="l"/>
              </a:tabLst>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tabLst>
                <a:tab pos="96838" algn="l"/>
              </a:tabLst>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tabLst>
                <a:tab pos="96838" algn="l"/>
              </a:tabLst>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tabLst>
                <a:tab pos="96838" algn="l"/>
              </a:tabLst>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tabLst>
                <a:tab pos="96838" algn="l"/>
              </a:tabLs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tabLst>
                <a:tab pos="96838" algn="l"/>
              </a:tabLs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tabLst>
                <a:tab pos="96838" algn="l"/>
              </a:tabLs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tabLst>
                <a:tab pos="96838"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sz="1600">
                <a:solidFill>
                  <a:srgbClr val="00007A"/>
                </a:solidFill>
                <a:latin typeface="Arial" panose="020B0604020202020204" pitchFamily="34" charset="0"/>
                <a:cs typeface="Arial" panose="020B0604020202020204" pitchFamily="34" charset="0"/>
              </a:rPr>
              <a:t>Script</a:t>
            </a:r>
            <a:r>
              <a:rPr lang="en-US" altLang="en-US" sz="1600">
                <a:latin typeface="Arial" panose="020B0604020202020204" pitchFamily="34" charset="0"/>
                <a:cs typeface="Arial" panose="020B0604020202020204" pitchFamily="34" charset="0"/>
              </a:rPr>
              <a:t> = series of  simulation steps, each ending with a semicolon.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3207"/>
                                        </p:tgtEl>
                                        <p:attrNameLst>
                                          <p:attrName>style.visibility</p:attrName>
                                        </p:attrNameLst>
                                      </p:cBhvr>
                                      <p:to>
                                        <p:strVal val="visible"/>
                                      </p:to>
                                    </p:set>
                                  </p:childTnLst>
                                  <p:subTnLst>
                                    <p:set>
                                      <p:cBhvr override="childStyle">
                                        <p:cTn dur="1" fill="hold" display="0" masterRel="nextClick" afterEffect="1"/>
                                        <p:tgtEl>
                                          <p:spTgt spid="93207"/>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93208"/>
                                        </p:tgtEl>
                                        <p:attrNameLst>
                                          <p:attrName>style.visibility</p:attrName>
                                        </p:attrNameLst>
                                      </p:cBhvr>
                                      <p:to>
                                        <p:strVal val="visible"/>
                                      </p:to>
                                    </p:set>
                                  </p:childTnLst>
                                  <p:subTnLst>
                                    <p:set>
                                      <p:cBhvr override="childStyle">
                                        <p:cTn dur="1" fill="hold" display="0" masterRel="nextClick" afterEffect="1"/>
                                        <p:tgtEl>
                                          <p:spTgt spid="93208"/>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93209"/>
                                        </p:tgtEl>
                                        <p:attrNameLst>
                                          <p:attrName>style.visibility</p:attrName>
                                        </p:attrNameLst>
                                      </p:cBhvr>
                                      <p:to>
                                        <p:strVal val="visible"/>
                                      </p:to>
                                    </p:set>
                                  </p:childTnLst>
                                  <p:subTnLst>
                                    <p:set>
                                      <p:cBhvr override="childStyle">
                                        <p:cTn dur="1" fill="hold" display="0" masterRel="nextClick" afterEffect="1"/>
                                        <p:tgtEl>
                                          <p:spTgt spid="93209"/>
                                        </p:tgtEl>
                                        <p:attrNameLst>
                                          <p:attrName>style.visibility</p:attrName>
                                        </p:attrNameLst>
                                      </p:cBhvr>
                                      <p:to>
                                        <p:strVal val="hidden"/>
                                      </p:to>
                                    </p:set>
                                  </p:sub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93210"/>
                                        </p:tgtEl>
                                        <p:attrNameLst>
                                          <p:attrName>style.visibility</p:attrName>
                                        </p:attrNameLst>
                                      </p:cBhvr>
                                      <p:to>
                                        <p:strVal val="visible"/>
                                      </p:to>
                                    </p:set>
                                  </p:childTnLst>
                                  <p:subTnLst>
                                    <p:set>
                                      <p:cBhvr override="childStyle">
                                        <p:cTn dur="1" fill="hold" display="0" masterRel="nextClick" afterEffect="1"/>
                                        <p:tgtEl>
                                          <p:spTgt spid="93210"/>
                                        </p:tgtEl>
                                        <p:attrNameLst>
                                          <p:attrName>style.visibility</p:attrName>
                                        </p:attrNameLst>
                                      </p:cBhvr>
                                      <p:to>
                                        <p:strVal val="hidden"/>
                                      </p:to>
                                    </p:set>
                                  </p:sub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93211"/>
                                        </p:tgtEl>
                                        <p:attrNameLst>
                                          <p:attrName>style.visibility</p:attrName>
                                        </p:attrNameLst>
                                      </p:cBhvr>
                                      <p:to>
                                        <p:strVal val="visible"/>
                                      </p:to>
                                    </p:set>
                                  </p:childTnLst>
                                  <p:subTnLst>
                                    <p:set>
                                      <p:cBhvr override="childStyle">
                                        <p:cTn dur="1" fill="hold" display="0" masterRel="nextClick" afterEffect="1"/>
                                        <p:tgtEl>
                                          <p:spTgt spid="93211"/>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9318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9319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93200"/>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9320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932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animBg="1" autoUpdateAnimBg="0"/>
      <p:bldP spid="93191" grpId="0" animBg="1" autoUpdateAnimBg="0"/>
      <p:bldP spid="93200" grpId="0" animBg="1" autoUpdateAnimBg="0"/>
      <p:bldP spid="93201" grpId="0" animBg="1" autoUpdateAnimBg="0"/>
      <p:bldP spid="93202"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36" name="Picture 32">
            <a:extLst>
              <a:ext uri="{FF2B5EF4-FFF2-40B4-BE49-F238E27FC236}">
                <a16:creationId xmlns:a16="http://schemas.microsoft.com/office/drawing/2014/main" id="{3F3B06DC-70CA-7749-BDA8-65998940B4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8306" name="Rectangle 2">
            <a:extLst>
              <a:ext uri="{FF2B5EF4-FFF2-40B4-BE49-F238E27FC236}">
                <a16:creationId xmlns:a16="http://schemas.microsoft.com/office/drawing/2014/main" id="{DF33DBEC-B0F7-D343-84E2-089F42790813}"/>
              </a:ext>
            </a:extLst>
          </p:cNvPr>
          <p:cNvSpPr>
            <a:spLocks noGrp="1" noChangeArrowheads="1"/>
          </p:cNvSpPr>
          <p:nvPr>
            <p:ph type="title"/>
          </p:nvPr>
        </p:nvSpPr>
        <p:spPr/>
        <p:txBody>
          <a:bodyPr/>
          <a:lstStyle/>
          <a:p>
            <a:r>
              <a:rPr lang="en-US" altLang="en-US"/>
              <a:t>Running a Script</a:t>
            </a:r>
          </a:p>
        </p:txBody>
      </p:sp>
      <p:grpSp>
        <p:nvGrpSpPr>
          <p:cNvPr id="98341" name="Group 37">
            <a:extLst>
              <a:ext uri="{FF2B5EF4-FFF2-40B4-BE49-F238E27FC236}">
                <a16:creationId xmlns:a16="http://schemas.microsoft.com/office/drawing/2014/main" id="{B848F590-6CD3-3A4B-BC02-62C6EAC8E68C}"/>
              </a:ext>
            </a:extLst>
          </p:cNvPr>
          <p:cNvGrpSpPr>
            <a:grpSpLocks/>
          </p:cNvGrpSpPr>
          <p:nvPr/>
        </p:nvGrpSpPr>
        <p:grpSpPr bwMode="auto">
          <a:xfrm>
            <a:off x="609600" y="1447800"/>
            <a:ext cx="6858000" cy="3505200"/>
            <a:chOff x="384" y="912"/>
            <a:chExt cx="4320" cy="2208"/>
          </a:xfrm>
        </p:grpSpPr>
        <p:sp>
          <p:nvSpPr>
            <p:cNvPr id="98330" name="Oval 26">
              <a:extLst>
                <a:ext uri="{FF2B5EF4-FFF2-40B4-BE49-F238E27FC236}">
                  <a16:creationId xmlns:a16="http://schemas.microsoft.com/office/drawing/2014/main" id="{2E4FF7D0-B95E-2E4F-BAFA-6F4FE89F799B}"/>
                </a:ext>
              </a:extLst>
            </p:cNvPr>
            <p:cNvSpPr>
              <a:spLocks noChangeArrowheads="1"/>
            </p:cNvSpPr>
            <p:nvPr/>
          </p:nvSpPr>
          <p:spPr bwMode="auto">
            <a:xfrm>
              <a:off x="2544" y="912"/>
              <a:ext cx="2160" cy="528"/>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8331" name="AutoShape 27">
              <a:extLst>
                <a:ext uri="{FF2B5EF4-FFF2-40B4-BE49-F238E27FC236}">
                  <a16:creationId xmlns:a16="http://schemas.microsoft.com/office/drawing/2014/main" id="{894318B7-EC92-E643-8996-13E8AE73DBAE}"/>
                </a:ext>
              </a:extLst>
            </p:cNvPr>
            <p:cNvSpPr>
              <a:spLocks noChangeArrowheads="1"/>
            </p:cNvSpPr>
            <p:nvPr/>
          </p:nvSpPr>
          <p:spPr bwMode="auto">
            <a:xfrm>
              <a:off x="384" y="2016"/>
              <a:ext cx="2400" cy="1104"/>
            </a:xfrm>
            <a:prstGeom prst="wedgeRoundRectCallout">
              <a:avLst>
                <a:gd name="adj1" fmla="val 43625"/>
                <a:gd name="adj2" fmla="val -11367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90513" indent="-290513"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600" u="sng">
                  <a:latin typeface="Arial" panose="020B0604020202020204" pitchFamily="34" charset="0"/>
                  <a:cs typeface="Arial" panose="020B0604020202020204" pitchFamily="34" charset="0"/>
                </a:rPr>
                <a:t>Typical “init” code:</a:t>
              </a:r>
            </a:p>
            <a:p>
              <a:pPr algn="l" rtl="0">
                <a:spcBef>
                  <a:spcPct val="30000"/>
                </a:spcBef>
                <a:buFontTx/>
                <a:buAutoNum type="arabicPeriod"/>
              </a:pPr>
              <a:r>
                <a:rPr lang="en-US" altLang="en-US" sz="1600">
                  <a:latin typeface="Arial" panose="020B0604020202020204" pitchFamily="34" charset="0"/>
                  <a:cs typeface="Arial" panose="020B0604020202020204" pitchFamily="34" charset="0"/>
                </a:rPr>
                <a:t>Loads a chip definition (</a:t>
              </a:r>
              <a:r>
                <a:rPr lang="en-US" altLang="en-US" sz="1600" b="1">
                  <a:latin typeface="Courier New" panose="02070309020205020404" pitchFamily="49" charset="0"/>
                  <a:cs typeface="Courier New" panose="02070309020205020404" pitchFamily="49" charset="0"/>
                </a:rPr>
                <a:t>.hdl</a:t>
              </a:r>
              <a:r>
                <a:rPr lang="en-US" altLang="en-US" sz="1600">
                  <a:latin typeface="Arial" panose="020B0604020202020204" pitchFamily="34" charset="0"/>
                  <a:cs typeface="Arial" panose="020B0604020202020204" pitchFamily="34" charset="0"/>
                </a:rPr>
                <a:t>) file</a:t>
              </a:r>
            </a:p>
            <a:p>
              <a:pPr algn="l" rtl="0">
                <a:spcBef>
                  <a:spcPct val="30000"/>
                </a:spcBef>
                <a:buFontTx/>
                <a:buAutoNum type="arabicPeriod"/>
              </a:pPr>
              <a:r>
                <a:rPr lang="en-US" altLang="en-US" sz="1600">
                  <a:latin typeface="Arial" panose="020B0604020202020204" pitchFamily="34" charset="0"/>
                  <a:cs typeface="Arial" panose="020B0604020202020204" pitchFamily="34" charset="0"/>
                </a:rPr>
                <a:t>Initializes an output (</a:t>
              </a:r>
              <a:r>
                <a:rPr lang="en-US" altLang="en-US" sz="1600" b="1">
                  <a:latin typeface="Courier New" panose="02070309020205020404" pitchFamily="49" charset="0"/>
                  <a:cs typeface="Courier New" panose="02070309020205020404" pitchFamily="49" charset="0"/>
                </a:rPr>
                <a:t>.out</a:t>
              </a:r>
              <a:r>
                <a:rPr lang="en-US" altLang="en-US" sz="1600">
                  <a:latin typeface="Arial" panose="020B0604020202020204" pitchFamily="34" charset="0"/>
                  <a:cs typeface="Arial" panose="020B0604020202020204" pitchFamily="34" charset="0"/>
                </a:rPr>
                <a:t>) file</a:t>
              </a:r>
            </a:p>
            <a:p>
              <a:pPr algn="l" rtl="0">
                <a:spcBef>
                  <a:spcPct val="30000"/>
                </a:spcBef>
                <a:buFontTx/>
                <a:buAutoNum type="arabicPeriod"/>
              </a:pPr>
              <a:r>
                <a:rPr lang="en-US" altLang="en-US" sz="1600">
                  <a:latin typeface="Arial" panose="020B0604020202020204" pitchFamily="34" charset="0"/>
                  <a:cs typeface="Arial" panose="020B0604020202020204" pitchFamily="34" charset="0"/>
                </a:rPr>
                <a:t>Specifies a compare (</a:t>
              </a:r>
              <a:r>
                <a:rPr lang="en-US" altLang="en-US" sz="1600" b="1">
                  <a:latin typeface="Courier New" panose="02070309020205020404" pitchFamily="49" charset="0"/>
                  <a:cs typeface="Courier New" panose="02070309020205020404" pitchFamily="49" charset="0"/>
                </a:rPr>
                <a:t>.cmp</a:t>
              </a:r>
              <a:r>
                <a:rPr lang="en-US" altLang="en-US" sz="1600">
                  <a:latin typeface="Arial" panose="020B0604020202020204" pitchFamily="34" charset="0"/>
                  <a:cs typeface="Arial" panose="020B0604020202020204" pitchFamily="34" charset="0"/>
                </a:rPr>
                <a:t>) file</a:t>
              </a:r>
            </a:p>
            <a:p>
              <a:pPr algn="l" rtl="0">
                <a:spcBef>
                  <a:spcPct val="30000"/>
                </a:spcBef>
                <a:buFontTx/>
                <a:buAutoNum type="arabicPeriod"/>
              </a:pPr>
              <a:r>
                <a:rPr lang="en-US" altLang="en-US" sz="1600">
                  <a:latin typeface="Arial" panose="020B0604020202020204" pitchFamily="34" charset="0"/>
                  <a:cs typeface="Arial" panose="020B0604020202020204" pitchFamily="34" charset="0"/>
                </a:rPr>
                <a:t>Declares an output line format.</a:t>
              </a:r>
            </a:p>
            <a:p>
              <a:pPr algn="l" rtl="0">
                <a:buFontTx/>
                <a:buAutoNum type="arabicPeriod"/>
              </a:pPr>
              <a:endParaRPr lang="en-US" altLang="en-US" sz="1600">
                <a:latin typeface="Arial" panose="020B0604020202020204" pitchFamily="34" charset="0"/>
                <a:cs typeface="Arial" panose="020B0604020202020204" pitchFamily="34" charset="0"/>
              </a:endParaRPr>
            </a:p>
            <a:p>
              <a:pPr algn="l" rtl="0">
                <a:buFontTx/>
                <a:buAutoNum type="arabicPeriod"/>
              </a:pPr>
              <a:endParaRPr lang="en-US" altLang="en-US" sz="1600">
                <a:latin typeface="Arial" panose="020B0604020202020204" pitchFamily="34" charset="0"/>
                <a:cs typeface="Arial" panose="020B0604020202020204" pitchFamily="34" charset="0"/>
              </a:endParaRPr>
            </a:p>
          </p:txBody>
        </p:sp>
      </p:grpSp>
      <p:sp>
        <p:nvSpPr>
          <p:cNvPr id="98332" name="Oval 28">
            <a:extLst>
              <a:ext uri="{FF2B5EF4-FFF2-40B4-BE49-F238E27FC236}">
                <a16:creationId xmlns:a16="http://schemas.microsoft.com/office/drawing/2014/main" id="{0895FE01-053B-2346-A69A-CDD618623A79}"/>
              </a:ext>
            </a:extLst>
          </p:cNvPr>
          <p:cNvSpPr>
            <a:spLocks noChangeArrowheads="1"/>
          </p:cNvSpPr>
          <p:nvPr/>
        </p:nvSpPr>
        <p:spPr bwMode="auto">
          <a:xfrm>
            <a:off x="1143000" y="990600"/>
            <a:ext cx="4572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8335" name="AutoShape 31">
            <a:extLst>
              <a:ext uri="{FF2B5EF4-FFF2-40B4-BE49-F238E27FC236}">
                <a16:creationId xmlns:a16="http://schemas.microsoft.com/office/drawing/2014/main" id="{01F009BF-DA02-8848-BE91-45A5D9E29A4B}"/>
              </a:ext>
            </a:extLst>
          </p:cNvPr>
          <p:cNvSpPr>
            <a:spLocks noChangeArrowheads="1"/>
          </p:cNvSpPr>
          <p:nvPr/>
        </p:nvSpPr>
        <p:spPr bwMode="auto">
          <a:xfrm rot="5400000">
            <a:off x="5715000" y="2514600"/>
            <a:ext cx="1828800" cy="1981200"/>
          </a:xfrm>
          <a:prstGeom prst="rightArrow">
            <a:avLst>
              <a:gd name="adj1" fmla="val 48398"/>
              <a:gd name="adj2" fmla="val 24481"/>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r>
              <a:rPr lang="en-US" altLang="en-US"/>
              <a:t>Script</a:t>
            </a:r>
            <a:br>
              <a:rPr lang="en-US" altLang="en-US"/>
            </a:br>
            <a:r>
              <a:rPr lang="en-US" altLang="en-US"/>
              <a:t> exec-</a:t>
            </a:r>
            <a:br>
              <a:rPr lang="en-US" altLang="en-US"/>
            </a:br>
            <a:r>
              <a:rPr lang="en-US" altLang="en-US"/>
              <a:t>ution</a:t>
            </a:r>
            <a:br>
              <a:rPr lang="en-US" altLang="en-US"/>
            </a:br>
            <a:r>
              <a:rPr lang="en-US" altLang="en-US"/>
              <a:t>flow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9833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98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35"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51" name="Picture 23">
            <a:extLst>
              <a:ext uri="{FF2B5EF4-FFF2-40B4-BE49-F238E27FC236}">
                <a16:creationId xmlns:a16="http://schemas.microsoft.com/office/drawing/2014/main" id="{21EBCD04-46B3-3648-9C6A-3EC8C5CCA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9346" name="AutoShape 18">
            <a:extLst>
              <a:ext uri="{FF2B5EF4-FFF2-40B4-BE49-F238E27FC236}">
                <a16:creationId xmlns:a16="http://schemas.microsoft.com/office/drawing/2014/main" id="{7B3A40F1-B1F9-A749-B712-576984378785}"/>
              </a:ext>
            </a:extLst>
          </p:cNvPr>
          <p:cNvSpPr>
            <a:spLocks noChangeArrowheads="1"/>
          </p:cNvSpPr>
          <p:nvPr/>
        </p:nvSpPr>
        <p:spPr bwMode="auto">
          <a:xfrm rot="16200000" flipV="1">
            <a:off x="5943600" y="4419600"/>
            <a:ext cx="1371600" cy="1981200"/>
          </a:xfrm>
          <a:prstGeom prst="rightArrow">
            <a:avLst>
              <a:gd name="adj1" fmla="val 48398"/>
              <a:gd name="adj2" fmla="val 24481"/>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r>
              <a:rPr lang="en-US" altLang="en-US"/>
              <a:t>Script</a:t>
            </a:r>
            <a:br>
              <a:rPr lang="en-US" altLang="en-US"/>
            </a:br>
            <a:r>
              <a:rPr lang="en-US" altLang="en-US"/>
              <a:t> exec-</a:t>
            </a:r>
            <a:br>
              <a:rPr lang="en-US" altLang="en-US"/>
            </a:br>
            <a:r>
              <a:rPr lang="en-US" altLang="en-US"/>
              <a:t>ution</a:t>
            </a:r>
            <a:br>
              <a:rPr lang="en-US" altLang="en-US"/>
            </a:br>
            <a:r>
              <a:rPr lang="en-US" altLang="en-US"/>
              <a:t>ends</a:t>
            </a:r>
          </a:p>
        </p:txBody>
      </p:sp>
      <p:sp>
        <p:nvSpPr>
          <p:cNvPr id="99348" name="Rectangle 20">
            <a:extLst>
              <a:ext uri="{FF2B5EF4-FFF2-40B4-BE49-F238E27FC236}">
                <a16:creationId xmlns:a16="http://schemas.microsoft.com/office/drawing/2014/main" id="{C60C3420-3CB2-7D46-A22C-45CCDA0B53CC}"/>
              </a:ext>
            </a:extLst>
          </p:cNvPr>
          <p:cNvSpPr>
            <a:spLocks noGrp="1" noChangeArrowheads="1"/>
          </p:cNvSpPr>
          <p:nvPr>
            <p:ph type="title"/>
          </p:nvPr>
        </p:nvSpPr>
        <p:spPr>
          <a:noFill/>
          <a:ln/>
        </p:spPr>
        <p:txBody>
          <a:bodyPr/>
          <a:lstStyle/>
          <a:p>
            <a:r>
              <a:rPr lang="en-US" altLang="en-US"/>
              <a:t>Running a Script</a:t>
            </a:r>
          </a:p>
        </p:txBody>
      </p:sp>
      <p:sp>
        <p:nvSpPr>
          <p:cNvPr id="99353" name="AutoShape 25">
            <a:extLst>
              <a:ext uri="{FF2B5EF4-FFF2-40B4-BE49-F238E27FC236}">
                <a16:creationId xmlns:a16="http://schemas.microsoft.com/office/drawing/2014/main" id="{80C6C206-4597-E441-B11D-B07939AEA6BB}"/>
              </a:ext>
            </a:extLst>
          </p:cNvPr>
          <p:cNvSpPr>
            <a:spLocks noChangeArrowheads="1"/>
          </p:cNvSpPr>
          <p:nvPr/>
        </p:nvSpPr>
        <p:spPr bwMode="auto">
          <a:xfrm>
            <a:off x="685800" y="2895600"/>
            <a:ext cx="3429000" cy="914400"/>
          </a:xfrm>
          <a:prstGeom prst="wedgeRoundRectCallout">
            <a:avLst>
              <a:gd name="adj1" fmla="val 8333"/>
              <a:gd name="adj2" fmla="val 309028"/>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a:solidFill>
                  <a:schemeClr val="tx1"/>
                </a:solidFill>
              </a:rPr>
              <a:t>Comparison of the output lines to the lines of the </a:t>
            </a:r>
            <a:r>
              <a:rPr lang="en-US" altLang="en-US" sz="1600" b="1">
                <a:solidFill>
                  <a:schemeClr val="tx1"/>
                </a:solidFill>
                <a:latin typeface="Courier New" panose="02070309020205020404" pitchFamily="49" charset="0"/>
                <a:cs typeface="Courier New" panose="02070309020205020404" pitchFamily="49" charset="0"/>
              </a:rPr>
              <a:t>.cmp</a:t>
            </a:r>
            <a:r>
              <a:rPr lang="en-US" altLang="en-US" sz="1600">
                <a:solidFill>
                  <a:schemeClr val="tx1"/>
                </a:solidFill>
              </a:rPr>
              <a:t> file are reported. </a:t>
            </a:r>
          </a:p>
        </p:txBody>
      </p:sp>
      <p:sp>
        <p:nvSpPr>
          <p:cNvPr id="99354" name="Oval 26">
            <a:extLst>
              <a:ext uri="{FF2B5EF4-FFF2-40B4-BE49-F238E27FC236}">
                <a16:creationId xmlns:a16="http://schemas.microsoft.com/office/drawing/2014/main" id="{45518BC3-B8D4-D649-A065-6F08B8570403}"/>
              </a:ext>
            </a:extLst>
          </p:cNvPr>
          <p:cNvSpPr>
            <a:spLocks noChangeArrowheads="1"/>
          </p:cNvSpPr>
          <p:nvPr/>
        </p:nvSpPr>
        <p:spPr bwMode="auto">
          <a:xfrm>
            <a:off x="304800" y="6172200"/>
            <a:ext cx="34290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64" name="Picture 12">
            <a:extLst>
              <a:ext uri="{FF2B5EF4-FFF2-40B4-BE49-F238E27FC236}">
                <a16:creationId xmlns:a16="http://schemas.microsoft.com/office/drawing/2014/main" id="{AFE8E6CC-3E66-614D-883F-927165DBE7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0355" name="Rectangle 3">
            <a:extLst>
              <a:ext uri="{FF2B5EF4-FFF2-40B4-BE49-F238E27FC236}">
                <a16:creationId xmlns:a16="http://schemas.microsoft.com/office/drawing/2014/main" id="{233E85A0-29B6-2848-B022-54AFF8350FF4}"/>
              </a:ext>
            </a:extLst>
          </p:cNvPr>
          <p:cNvSpPr>
            <a:spLocks noGrp="1" noChangeArrowheads="1"/>
          </p:cNvSpPr>
          <p:nvPr>
            <p:ph type="title"/>
          </p:nvPr>
        </p:nvSpPr>
        <p:spPr/>
        <p:txBody>
          <a:bodyPr/>
          <a:lstStyle/>
          <a:p>
            <a:r>
              <a:rPr lang="en-US" altLang="en-US"/>
              <a:t>Viewing Output and Compare Files</a:t>
            </a:r>
          </a:p>
        </p:txBody>
      </p:sp>
      <p:sp>
        <p:nvSpPr>
          <p:cNvPr id="100368" name="Oval 16">
            <a:extLst>
              <a:ext uri="{FF2B5EF4-FFF2-40B4-BE49-F238E27FC236}">
                <a16:creationId xmlns:a16="http://schemas.microsoft.com/office/drawing/2014/main" id="{1628CFC7-C1BC-1046-8A57-7E05C2C00CFD}"/>
              </a:ext>
            </a:extLst>
          </p:cNvPr>
          <p:cNvSpPr>
            <a:spLocks noChangeArrowheads="1"/>
          </p:cNvSpPr>
          <p:nvPr/>
        </p:nvSpPr>
        <p:spPr bwMode="auto">
          <a:xfrm>
            <a:off x="6019800" y="990600"/>
            <a:ext cx="1219200" cy="12192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03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95" name="Picture 15">
            <a:extLst>
              <a:ext uri="{FF2B5EF4-FFF2-40B4-BE49-F238E27FC236}">
                <a16:creationId xmlns:a16="http://schemas.microsoft.com/office/drawing/2014/main" id="{28188AA1-FC22-EA40-BE61-6D852ED82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690" name="AutoShape 10">
            <a:extLst>
              <a:ext uri="{FF2B5EF4-FFF2-40B4-BE49-F238E27FC236}">
                <a16:creationId xmlns:a16="http://schemas.microsoft.com/office/drawing/2014/main" id="{A4FB7A3F-D293-E341-9E24-43CCEDCC0133}"/>
              </a:ext>
            </a:extLst>
          </p:cNvPr>
          <p:cNvSpPr>
            <a:spLocks noChangeArrowheads="1"/>
          </p:cNvSpPr>
          <p:nvPr/>
        </p:nvSpPr>
        <p:spPr bwMode="auto">
          <a:xfrm>
            <a:off x="5029200" y="4724400"/>
            <a:ext cx="3124200" cy="1143000"/>
          </a:xfrm>
          <a:prstGeom prst="wedgeRoundRectCallout">
            <a:avLst>
              <a:gd name="adj1" fmla="val -146495"/>
              <a:gd name="adj2" fmla="val 41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6600"/>
              </a:buClr>
              <a:buFont typeface="Wingdings" pitchFamily="2" charset="2"/>
              <a:buNone/>
            </a:pPr>
            <a:r>
              <a:rPr lang="en-US" altLang="en-US" sz="1600" u="sng">
                <a:latin typeface="Arial" panose="020B0604020202020204" pitchFamily="34" charset="0"/>
                <a:cs typeface="Arial" panose="020B0604020202020204" pitchFamily="34" charset="0"/>
              </a:rPr>
              <a:t>Conclusion:</a:t>
            </a:r>
            <a:r>
              <a:rPr lang="en-US" altLang="en-US" sz="1600">
                <a:latin typeface="Arial" panose="020B0604020202020204" pitchFamily="34" charset="0"/>
                <a:cs typeface="Arial" panose="020B0604020202020204" pitchFamily="34" charset="0"/>
              </a:rPr>
              <a:t> the chip logic (</a:t>
            </a:r>
            <a:r>
              <a:rPr lang="en-US" altLang="en-US" sz="1600" b="1">
                <a:solidFill>
                  <a:srgbClr val="003399"/>
                </a:solidFill>
                <a:latin typeface="Courier New" panose="02070309020205020404" pitchFamily="49" charset="0"/>
                <a:cs typeface="Courier New" panose="02070309020205020404" pitchFamily="49" charset="0"/>
              </a:rPr>
              <a:t>Xor.hdl</a:t>
            </a:r>
            <a:r>
              <a:rPr lang="en-US" altLang="en-US" sz="1600">
                <a:latin typeface="Arial" panose="020B0604020202020204" pitchFamily="34" charset="0"/>
                <a:cs typeface="Arial" panose="020B0604020202020204" pitchFamily="34" charset="0"/>
              </a:rPr>
              <a:t>) is apparently correct (but not necessarily efficient).</a:t>
            </a:r>
          </a:p>
        </p:txBody>
      </p:sp>
      <p:sp>
        <p:nvSpPr>
          <p:cNvPr id="71694" name="AutoShape 14">
            <a:extLst>
              <a:ext uri="{FF2B5EF4-FFF2-40B4-BE49-F238E27FC236}">
                <a16:creationId xmlns:a16="http://schemas.microsoft.com/office/drawing/2014/main" id="{94E3F619-9448-1A49-AAFB-5269F7172D8A}"/>
              </a:ext>
            </a:extLst>
          </p:cNvPr>
          <p:cNvSpPr>
            <a:spLocks noChangeArrowheads="1"/>
          </p:cNvSpPr>
          <p:nvPr/>
        </p:nvSpPr>
        <p:spPr bwMode="auto">
          <a:xfrm>
            <a:off x="5334000" y="2971800"/>
            <a:ext cx="2057400" cy="1219200"/>
          </a:xfrm>
          <a:prstGeom prst="wedgeRoundRectCallout">
            <a:avLst>
              <a:gd name="adj1" fmla="val -39352"/>
              <a:gd name="adj2" fmla="val -130468"/>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6600"/>
              </a:buClr>
              <a:buFont typeface="Wingdings" pitchFamily="2" charset="2"/>
              <a:buNone/>
            </a:pPr>
            <a:r>
              <a:rPr lang="en-US" altLang="en-US" sz="1600" u="sng">
                <a:latin typeface="Arial" panose="020B0604020202020204" pitchFamily="34" charset="0"/>
                <a:cs typeface="Arial" panose="020B0604020202020204" pitchFamily="34" charset="0"/>
              </a:rPr>
              <a:t>Observation:</a:t>
            </a:r>
            <a:br>
              <a:rPr lang="en-US" altLang="en-US" sz="1600" u="sng">
                <a:latin typeface="Arial" panose="020B0604020202020204" pitchFamily="34" charset="0"/>
                <a:cs typeface="Arial" panose="020B0604020202020204" pitchFamily="34" charset="0"/>
              </a:rPr>
            </a:br>
            <a:r>
              <a:rPr lang="en-US" altLang="en-US" sz="1600">
                <a:latin typeface="Arial" panose="020B0604020202020204" pitchFamily="34" charset="0"/>
                <a:cs typeface="Arial" panose="020B0604020202020204" pitchFamily="34" charset="0"/>
              </a:rPr>
              <a:t>This output file looks like a </a:t>
            </a:r>
            <a:r>
              <a:rPr lang="en-US" altLang="en-US" sz="1600" b="1">
                <a:solidFill>
                  <a:srgbClr val="003399"/>
                </a:solidFill>
                <a:latin typeface="Courier New" panose="02070309020205020404" pitchFamily="49" charset="0"/>
                <a:cs typeface="Courier New" panose="02070309020205020404" pitchFamily="49" charset="0"/>
              </a:rPr>
              <a:t>Xor</a:t>
            </a:r>
            <a:r>
              <a:rPr lang="en-US" altLang="en-US" sz="1600">
                <a:solidFill>
                  <a:srgbClr val="003399"/>
                </a:solidFill>
                <a:latin typeface="Arial" panose="020B0604020202020204" pitchFamily="34" charset="0"/>
                <a:cs typeface="Arial" panose="020B0604020202020204" pitchFamily="34" charset="0"/>
              </a:rPr>
              <a:t> </a:t>
            </a:r>
            <a:r>
              <a:rPr lang="en-US" altLang="en-US" sz="1600">
                <a:latin typeface="Arial" panose="020B0604020202020204" pitchFamily="34" charset="0"/>
                <a:cs typeface="Arial" panose="020B0604020202020204" pitchFamily="34" charset="0"/>
              </a:rPr>
              <a:t>truth table</a:t>
            </a:r>
          </a:p>
        </p:txBody>
      </p:sp>
      <p:sp>
        <p:nvSpPr>
          <p:cNvPr id="71698" name="Rectangle 18">
            <a:extLst>
              <a:ext uri="{FF2B5EF4-FFF2-40B4-BE49-F238E27FC236}">
                <a16:creationId xmlns:a16="http://schemas.microsoft.com/office/drawing/2014/main" id="{8205DF55-9512-E24C-9C3C-D97D7CAD6CDE}"/>
              </a:ext>
            </a:extLst>
          </p:cNvPr>
          <p:cNvSpPr>
            <a:spLocks noGrp="1" noChangeArrowheads="1"/>
          </p:cNvSpPr>
          <p:nvPr>
            <p:ph type="title"/>
          </p:nvPr>
        </p:nvSpPr>
        <p:spPr>
          <a:noFill/>
          <a:ln/>
        </p:spPr>
        <p:txBody>
          <a:bodyPr/>
          <a:lstStyle/>
          <a:p>
            <a:r>
              <a:rPr lang="en-US" altLang="en-US"/>
              <a:t>Viewing Output and Compare Files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690"/>
                                        </p:tgtEl>
                                        <p:attrNameLst>
                                          <p:attrName>style.visibility</p:attrName>
                                        </p:attrNameLst>
                                      </p:cBhvr>
                                      <p:to>
                                        <p:strVal val="visible"/>
                                      </p:to>
                                    </p:set>
                                  </p:childTnLst>
                                  <p:subTnLst>
                                    <p:set>
                                      <p:cBhvr override="childStyle">
                                        <p:cTn dur="1" fill="hold" display="0" masterRel="nextClick" afterEffect="1"/>
                                        <p:tgtEl>
                                          <p:spTgt spid="7169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90"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C86BE70A-6FB3-2744-9D7D-6B0F8D573640}"/>
              </a:ext>
            </a:extLst>
          </p:cNvPr>
          <p:cNvSpPr>
            <a:spLocks noGrp="1" noChangeArrowheads="1"/>
          </p:cNvSpPr>
          <p:nvPr>
            <p:ph type="title"/>
          </p:nvPr>
        </p:nvSpPr>
        <p:spPr/>
        <p:txBody>
          <a:bodyPr/>
          <a:lstStyle/>
          <a:p>
            <a:r>
              <a:rPr lang="en-US" altLang="en-US"/>
              <a:t>Hardware Simulation Tutorial</a:t>
            </a:r>
          </a:p>
        </p:txBody>
      </p:sp>
      <p:pic>
        <p:nvPicPr>
          <p:cNvPr id="108547" name="Picture 3" descr="monitor">
            <a:extLst>
              <a:ext uri="{FF2B5EF4-FFF2-40B4-BE49-F238E27FC236}">
                <a16:creationId xmlns:a16="http://schemas.microsoft.com/office/drawing/2014/main" id="{D23ECB68-6A5E-FF43-929D-4FC7B2A56C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08548" name="Rectangle 4">
            <a:extLst>
              <a:ext uri="{FF2B5EF4-FFF2-40B4-BE49-F238E27FC236}">
                <a16:creationId xmlns:a16="http://schemas.microsoft.com/office/drawing/2014/main" id="{E9F311DB-3BAB-A641-ABDB-16A5EB3280E1}"/>
              </a:ext>
            </a:extLst>
          </p:cNvPr>
          <p:cNvSpPr>
            <a:spLocks noChangeArrowheads="1"/>
          </p:cNvSpPr>
          <p:nvPr/>
        </p:nvSpPr>
        <p:spPr bwMode="auto">
          <a:xfrm>
            <a:off x="3581400" y="2438400"/>
            <a:ext cx="24384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lgn="l">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lgn="l">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lgn="l">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b="1" u="sng">
                <a:solidFill>
                  <a:srgbClr val="000066"/>
                </a:solidFill>
              </a:rPr>
              <a:t>Part III:</a:t>
            </a:r>
          </a:p>
          <a:p>
            <a:pPr algn="ctr">
              <a:spcBef>
                <a:spcPct val="60000"/>
              </a:spcBef>
              <a:buFont typeface="Wingdings" pitchFamily="2" charset="2"/>
              <a:buNone/>
            </a:pPr>
            <a:r>
              <a:rPr lang="en-US" altLang="he-IL" sz="2400" b="1">
                <a:solidFill>
                  <a:srgbClr val="000066"/>
                </a:solidFill>
              </a:rPr>
              <a:t>Built-in Chips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DA18B070-3B26-6447-A753-C910CC46DFFC}"/>
              </a:ext>
            </a:extLst>
          </p:cNvPr>
          <p:cNvSpPr>
            <a:spLocks noGrp="1" noChangeArrowheads="1"/>
          </p:cNvSpPr>
          <p:nvPr>
            <p:ph type="title"/>
          </p:nvPr>
        </p:nvSpPr>
        <p:spPr/>
        <p:txBody>
          <a:bodyPr/>
          <a:lstStyle/>
          <a:p>
            <a:r>
              <a:rPr lang="en-US" altLang="en-US"/>
              <a:t>Built-In Chips</a:t>
            </a:r>
          </a:p>
        </p:txBody>
      </p:sp>
      <p:sp>
        <p:nvSpPr>
          <p:cNvPr id="72708" name="Rectangle 4">
            <a:extLst>
              <a:ext uri="{FF2B5EF4-FFF2-40B4-BE49-F238E27FC236}">
                <a16:creationId xmlns:a16="http://schemas.microsoft.com/office/drawing/2014/main" id="{3CB264D3-F063-FA44-B804-FA9C556734DD}"/>
              </a:ext>
            </a:extLst>
          </p:cNvPr>
          <p:cNvSpPr>
            <a:spLocks noChangeArrowheads="1"/>
          </p:cNvSpPr>
          <p:nvPr/>
        </p:nvSpPr>
        <p:spPr bwMode="auto">
          <a:xfrm>
            <a:off x="533400" y="787400"/>
            <a:ext cx="4876800" cy="233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600" u="sng">
                <a:latin typeface="Arial" panose="020B0604020202020204" pitchFamily="34" charset="0"/>
              </a:rPr>
              <a:t>General</a:t>
            </a:r>
          </a:p>
          <a:p>
            <a:pPr algn="l" rtl="0">
              <a:spcBef>
                <a:spcPct val="40000"/>
              </a:spcBef>
              <a:buClr>
                <a:srgbClr val="006600"/>
              </a:buClr>
              <a:buSzPct val="110000"/>
              <a:buFont typeface="Wingdings" pitchFamily="2" charset="2"/>
              <a:buChar char="§"/>
            </a:pPr>
            <a:r>
              <a:rPr lang="en-US" altLang="en-US" sz="1600">
                <a:latin typeface="Arial" panose="020B0604020202020204" pitchFamily="34" charset="0"/>
              </a:rPr>
              <a:t>A built-in chip has an HDL interface and a Java implementation (e.g. here:  </a:t>
            </a:r>
            <a:r>
              <a:rPr lang="en-US" altLang="en-US" sz="1600" b="1">
                <a:solidFill>
                  <a:srgbClr val="003399"/>
                </a:solidFill>
                <a:latin typeface="Courier New" panose="02070309020205020404" pitchFamily="49" charset="0"/>
                <a:cs typeface="Courier New" panose="02070309020205020404" pitchFamily="49" charset="0"/>
              </a:rPr>
              <a:t>Mux16.class</a:t>
            </a:r>
            <a:r>
              <a:rPr lang="en-US" altLang="en-US" sz="1600">
                <a:latin typeface="Arial" panose="020B0604020202020204" pitchFamily="34" charset="0"/>
              </a:rPr>
              <a:t>)</a:t>
            </a:r>
          </a:p>
          <a:p>
            <a:pPr algn="l" rtl="0">
              <a:spcBef>
                <a:spcPct val="40000"/>
              </a:spcBef>
              <a:buClr>
                <a:srgbClr val="006600"/>
              </a:buClr>
              <a:buSzPct val="110000"/>
              <a:buFont typeface="Wingdings" pitchFamily="2" charset="2"/>
              <a:buChar char="§"/>
            </a:pPr>
            <a:r>
              <a:rPr lang="en-US" altLang="en-US" sz="1600">
                <a:latin typeface="Arial" panose="020B0604020202020204" pitchFamily="34" charset="0"/>
              </a:rPr>
              <a:t>The name of the Java class is specified following the </a:t>
            </a:r>
            <a:r>
              <a:rPr lang="en-US" altLang="en-US" sz="1600" b="1">
                <a:solidFill>
                  <a:srgbClr val="003399"/>
                </a:solidFill>
                <a:latin typeface="Courier New" panose="02070309020205020404" pitchFamily="49" charset="0"/>
                <a:cs typeface="Courier New" panose="02070309020205020404" pitchFamily="49" charset="0"/>
              </a:rPr>
              <a:t>BUILTIN</a:t>
            </a:r>
            <a:r>
              <a:rPr lang="en-US" altLang="en-US" sz="1600">
                <a:latin typeface="Arial" panose="020B0604020202020204" pitchFamily="34" charset="0"/>
              </a:rPr>
              <a:t> keyword</a:t>
            </a:r>
          </a:p>
          <a:p>
            <a:pPr algn="l" rtl="0">
              <a:spcBef>
                <a:spcPct val="40000"/>
              </a:spcBef>
              <a:buClr>
                <a:srgbClr val="006600"/>
              </a:buClr>
              <a:buSzPct val="110000"/>
              <a:buFont typeface="Wingdings" pitchFamily="2" charset="2"/>
              <a:buChar char="§"/>
            </a:pPr>
            <a:r>
              <a:rPr lang="en-US" altLang="en-US" sz="1600">
                <a:latin typeface="Arial" panose="020B0604020202020204" pitchFamily="34" charset="0"/>
              </a:rPr>
              <a:t>Built-In implementations of </a:t>
            </a:r>
            <a:r>
              <a:rPr lang="en-US" altLang="en-US" sz="1600" u="sng">
                <a:latin typeface="Arial" panose="020B0604020202020204" pitchFamily="34" charset="0"/>
              </a:rPr>
              <a:t>all</a:t>
            </a:r>
            <a:r>
              <a:rPr lang="en-US" altLang="en-US" sz="1600">
                <a:latin typeface="Arial" panose="020B0604020202020204" pitchFamily="34" charset="0"/>
              </a:rPr>
              <a:t> the chips that appear in he book are supplied in the </a:t>
            </a:r>
            <a:r>
              <a:rPr lang="en-US" altLang="en-US" sz="1600" b="1">
                <a:solidFill>
                  <a:srgbClr val="003399"/>
                </a:solidFill>
                <a:latin typeface="Courier New" panose="02070309020205020404" pitchFamily="49" charset="0"/>
                <a:cs typeface="Courier New" panose="02070309020205020404" pitchFamily="49" charset="0"/>
              </a:rPr>
              <a:t>tools/buitIn</a:t>
            </a:r>
            <a:r>
              <a:rPr lang="en-US" altLang="en-US" sz="1600">
                <a:latin typeface="Arial" panose="020B0604020202020204" pitchFamily="34" charset="0"/>
              </a:rPr>
              <a:t> directory.</a:t>
            </a:r>
          </a:p>
        </p:txBody>
      </p:sp>
      <p:sp>
        <p:nvSpPr>
          <p:cNvPr id="72709" name="Text Box 5">
            <a:extLst>
              <a:ext uri="{FF2B5EF4-FFF2-40B4-BE49-F238E27FC236}">
                <a16:creationId xmlns:a16="http://schemas.microsoft.com/office/drawing/2014/main" id="{469C945D-7BDA-334C-9E4A-E948652E35F0}"/>
              </a:ext>
            </a:extLst>
          </p:cNvPr>
          <p:cNvSpPr txBox="1">
            <a:spLocks noChangeArrowheads="1"/>
          </p:cNvSpPr>
          <p:nvPr/>
        </p:nvSpPr>
        <p:spPr bwMode="auto">
          <a:xfrm>
            <a:off x="5638800" y="914400"/>
            <a:ext cx="3124200" cy="18288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190800" rIns="93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lnSpc>
                <a:spcPct val="65000"/>
              </a:lnSpc>
              <a:spcBef>
                <a:spcPct val="50000"/>
              </a:spcBef>
            </a:pPr>
            <a:r>
              <a:rPr lang="en-US" altLang="en-US" sz="1600" b="1">
                <a:latin typeface="Courier New" panose="02070309020205020404" pitchFamily="49" charset="0"/>
                <a:cs typeface="Courier New" panose="02070309020205020404" pitchFamily="49" charset="0"/>
              </a:rPr>
              <a:t>// Mux16 gate (example)</a:t>
            </a:r>
          </a:p>
          <a:p>
            <a:pPr algn="l" rtl="0">
              <a:lnSpc>
                <a:spcPct val="65000"/>
              </a:lnSpc>
              <a:spcBef>
                <a:spcPct val="50000"/>
              </a:spcBef>
            </a:pPr>
            <a:r>
              <a:rPr lang="en-US" altLang="en-US" sz="1600" b="1">
                <a:latin typeface="Courier New" panose="02070309020205020404" pitchFamily="49" charset="0"/>
                <a:cs typeface="Courier New" panose="02070309020205020404" pitchFamily="49" charset="0"/>
              </a:rPr>
              <a:t>CHIP Mux16 {</a:t>
            </a:r>
          </a:p>
          <a:p>
            <a:pPr algn="l" rtl="0">
              <a:lnSpc>
                <a:spcPct val="65000"/>
              </a:lnSpc>
              <a:spcBef>
                <a:spcPct val="50000"/>
              </a:spcBef>
            </a:pPr>
            <a:r>
              <a:rPr lang="en-US" altLang="en-US" sz="1600" b="1">
                <a:latin typeface="Courier New" panose="02070309020205020404" pitchFamily="49" charset="0"/>
                <a:cs typeface="Courier New" panose="02070309020205020404" pitchFamily="49" charset="0"/>
              </a:rPr>
              <a:t>    IN a[16],b[16],sel;</a:t>
            </a:r>
          </a:p>
          <a:p>
            <a:pPr algn="l" rtl="0">
              <a:lnSpc>
                <a:spcPct val="65000"/>
              </a:lnSpc>
              <a:spcBef>
                <a:spcPct val="50000"/>
              </a:spcBef>
            </a:pPr>
            <a:r>
              <a:rPr lang="en-US" altLang="en-US" sz="1600" b="1">
                <a:latin typeface="Courier New" panose="02070309020205020404" pitchFamily="49" charset="0"/>
                <a:cs typeface="Courier New" panose="02070309020205020404" pitchFamily="49" charset="0"/>
              </a:rPr>
              <a:t>    OUT out[16];</a:t>
            </a:r>
          </a:p>
          <a:p>
            <a:pPr algn="l" rtl="0">
              <a:lnSpc>
                <a:spcPct val="65000"/>
              </a:lnSpc>
              <a:spcBef>
                <a:spcPct val="50000"/>
              </a:spcBef>
            </a:pPr>
            <a:r>
              <a:rPr lang="en-US" altLang="en-US" sz="1600" b="1">
                <a:latin typeface="Courier New" panose="02070309020205020404" pitchFamily="49" charset="0"/>
                <a:cs typeface="Courier New" panose="02070309020205020404" pitchFamily="49" charset="0"/>
              </a:rPr>
              <a:t>    </a:t>
            </a:r>
            <a:r>
              <a:rPr lang="en-US" altLang="en-US" sz="1600" b="1">
                <a:solidFill>
                  <a:srgbClr val="003399"/>
                </a:solidFill>
                <a:latin typeface="Courier New" panose="02070309020205020404" pitchFamily="49" charset="0"/>
                <a:cs typeface="Courier New" panose="02070309020205020404" pitchFamily="49" charset="0"/>
              </a:rPr>
              <a:t>BUILTIN Mux16</a:t>
            </a:r>
            <a:r>
              <a:rPr lang="en-US" altLang="en-US" sz="1600" b="1">
                <a:latin typeface="Courier New" panose="02070309020205020404" pitchFamily="49" charset="0"/>
                <a:cs typeface="Courier New" panose="02070309020205020404" pitchFamily="49" charset="0"/>
              </a:rPr>
              <a:t>;</a:t>
            </a:r>
          </a:p>
          <a:p>
            <a:pPr algn="l" rtl="0">
              <a:lnSpc>
                <a:spcPct val="65000"/>
              </a:lnSpc>
              <a:spcBef>
                <a:spcPct val="50000"/>
              </a:spcBef>
            </a:pPr>
            <a:r>
              <a:rPr lang="en-US" altLang="en-US" sz="1600" b="1">
                <a:latin typeface="Courier New" panose="02070309020205020404" pitchFamily="49" charset="0"/>
                <a:cs typeface="Courier New" panose="02070309020205020404" pitchFamily="49" charset="0"/>
              </a:rPr>
              <a:t>}</a:t>
            </a:r>
          </a:p>
        </p:txBody>
      </p:sp>
      <p:sp>
        <p:nvSpPr>
          <p:cNvPr id="72710" name="Rectangle 6">
            <a:extLst>
              <a:ext uri="{FF2B5EF4-FFF2-40B4-BE49-F238E27FC236}">
                <a16:creationId xmlns:a16="http://schemas.microsoft.com/office/drawing/2014/main" id="{9DEB07F7-78E9-9D45-BA68-EC04C66648C0}"/>
              </a:ext>
            </a:extLst>
          </p:cNvPr>
          <p:cNvSpPr>
            <a:spLocks noChangeArrowheads="1"/>
          </p:cNvSpPr>
          <p:nvPr/>
        </p:nvSpPr>
        <p:spPr bwMode="auto">
          <a:xfrm>
            <a:off x="381000" y="3479800"/>
            <a:ext cx="8305800" cy="276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600" u="sng">
                <a:latin typeface="Arial" panose="020B0604020202020204" pitchFamily="34" charset="0"/>
              </a:rPr>
              <a:t>Built-in chips are used to:</a:t>
            </a:r>
          </a:p>
          <a:p>
            <a:pPr algn="l" rtl="0">
              <a:spcBef>
                <a:spcPct val="40000"/>
              </a:spcBef>
              <a:buClr>
                <a:srgbClr val="006600"/>
              </a:buClr>
              <a:buSzPct val="125000"/>
              <a:buFont typeface="Wingdings" pitchFamily="2" charset="2"/>
              <a:buChar char="§"/>
            </a:pPr>
            <a:r>
              <a:rPr lang="en-US" altLang="en-US" sz="1600">
                <a:latin typeface="Arial" panose="020B0604020202020204" pitchFamily="34" charset="0"/>
              </a:rPr>
              <a:t>Implement primitive gates (in the computer built in this book: </a:t>
            </a:r>
            <a:r>
              <a:rPr lang="en-US" altLang="en-US" sz="1600" b="1">
                <a:solidFill>
                  <a:srgbClr val="003399"/>
                </a:solidFill>
                <a:latin typeface="Courier New" panose="02070309020205020404" pitchFamily="49" charset="0"/>
                <a:cs typeface="Courier New" panose="02070309020205020404" pitchFamily="49" charset="0"/>
              </a:rPr>
              <a:t>Nand</a:t>
            </a:r>
            <a:r>
              <a:rPr lang="en-US" altLang="en-US" sz="1600">
                <a:latin typeface="Arial" panose="020B0604020202020204" pitchFamily="34" charset="0"/>
              </a:rPr>
              <a:t> and </a:t>
            </a:r>
            <a:r>
              <a:rPr lang="en-US" altLang="en-US" sz="1600" b="1">
                <a:solidFill>
                  <a:srgbClr val="003399"/>
                </a:solidFill>
                <a:latin typeface="Courier New" panose="02070309020205020404" pitchFamily="49" charset="0"/>
                <a:cs typeface="Courier New" panose="02070309020205020404" pitchFamily="49" charset="0"/>
              </a:rPr>
              <a:t>DFF</a:t>
            </a:r>
            <a:r>
              <a:rPr lang="en-US" altLang="en-US" sz="1600">
                <a:latin typeface="Arial" panose="020B0604020202020204" pitchFamily="34" charset="0"/>
              </a:rPr>
              <a:t>)</a:t>
            </a:r>
          </a:p>
          <a:p>
            <a:pPr algn="l" rtl="0">
              <a:spcBef>
                <a:spcPct val="40000"/>
              </a:spcBef>
              <a:buClr>
                <a:srgbClr val="006600"/>
              </a:buClr>
              <a:buSzPct val="125000"/>
              <a:buFont typeface="Wingdings" pitchFamily="2" charset="2"/>
              <a:buChar char="§"/>
            </a:pPr>
            <a:r>
              <a:rPr lang="en-US" altLang="en-US" sz="1600">
                <a:latin typeface="Arial" panose="020B0604020202020204" pitchFamily="34" charset="0"/>
              </a:rPr>
              <a:t>Implement chips that have peripheral side effects (like I/O devices)</a:t>
            </a:r>
          </a:p>
          <a:p>
            <a:pPr algn="l" rtl="0">
              <a:spcBef>
                <a:spcPct val="40000"/>
              </a:spcBef>
              <a:buClr>
                <a:srgbClr val="006600"/>
              </a:buClr>
              <a:buSzPct val="125000"/>
              <a:buFont typeface="Wingdings" pitchFamily="2" charset="2"/>
              <a:buChar char="§"/>
            </a:pPr>
            <a:r>
              <a:rPr lang="en-US" altLang="en-US" sz="1600">
                <a:latin typeface="Arial" panose="020B0604020202020204" pitchFamily="34" charset="0"/>
              </a:rPr>
              <a:t>Implement chips that feature a GUI (for debugging)</a:t>
            </a:r>
          </a:p>
          <a:p>
            <a:pPr algn="l" rtl="0">
              <a:spcBef>
                <a:spcPct val="40000"/>
              </a:spcBef>
              <a:buClr>
                <a:srgbClr val="006600"/>
              </a:buClr>
              <a:buSzPct val="125000"/>
              <a:buFont typeface="Wingdings" pitchFamily="2" charset="2"/>
              <a:buChar char="§"/>
            </a:pPr>
            <a:r>
              <a:rPr lang="en-US" altLang="en-US" sz="1600">
                <a:latin typeface="Arial" panose="020B0604020202020204" pitchFamily="34" charset="0"/>
              </a:rPr>
              <a:t>Provide the functionality of chips that the user did not implement for some reason</a:t>
            </a:r>
          </a:p>
          <a:p>
            <a:pPr algn="l" rtl="0">
              <a:spcBef>
                <a:spcPct val="40000"/>
              </a:spcBef>
              <a:buClr>
                <a:srgbClr val="006600"/>
              </a:buClr>
              <a:buSzPct val="125000"/>
              <a:buFont typeface="Wingdings" pitchFamily="2" charset="2"/>
              <a:buChar char="§"/>
            </a:pPr>
            <a:r>
              <a:rPr lang="en-US" altLang="en-US" sz="1600">
                <a:latin typeface="Arial" panose="020B0604020202020204" pitchFamily="34" charset="0"/>
              </a:rPr>
              <a:t>Improve simulation speed and save memory (when used as parts in complex chips)</a:t>
            </a:r>
          </a:p>
          <a:p>
            <a:pPr algn="l" rtl="0">
              <a:spcBef>
                <a:spcPct val="40000"/>
              </a:spcBef>
              <a:buClr>
                <a:srgbClr val="006600"/>
              </a:buClr>
              <a:buSzPct val="125000"/>
              <a:buFont typeface="Wingdings" pitchFamily="2" charset="2"/>
              <a:buChar char="§"/>
            </a:pPr>
            <a:r>
              <a:rPr lang="en-US" altLang="en-US" sz="1600">
                <a:latin typeface="Arial" panose="020B0604020202020204" pitchFamily="34" charset="0"/>
              </a:rPr>
              <a:t>Facilitate behavioral simulation of a chip before actually building it in HDL</a:t>
            </a:r>
          </a:p>
          <a:p>
            <a:pPr algn="l" rtl="0">
              <a:spcBef>
                <a:spcPct val="40000"/>
              </a:spcBef>
              <a:buClr>
                <a:srgbClr val="006600"/>
              </a:buClr>
              <a:buSzPct val="125000"/>
              <a:buFont typeface="Wingdings" pitchFamily="2" charset="2"/>
              <a:buChar char="§"/>
            </a:pPr>
            <a:r>
              <a:rPr lang="en-US" altLang="en-US" sz="1600">
                <a:latin typeface="Arial" panose="020B0604020202020204" pitchFamily="34" charset="0"/>
              </a:rPr>
              <a:t>Built-in chips can be used either </a:t>
            </a:r>
            <a:r>
              <a:rPr lang="en-US" altLang="en-US" sz="1600" i="1">
                <a:latin typeface="Arial" panose="020B0604020202020204" pitchFamily="34" charset="0"/>
              </a:rPr>
              <a:t>explicitly</a:t>
            </a:r>
            <a:r>
              <a:rPr lang="en-US" altLang="en-US" sz="1600">
                <a:latin typeface="Arial" panose="020B0604020202020204" pitchFamily="34" charset="0"/>
              </a:rPr>
              <a:t>, or </a:t>
            </a:r>
            <a:r>
              <a:rPr lang="en-US" altLang="en-US" sz="1600" i="1">
                <a:latin typeface="Arial" panose="020B0604020202020204" pitchFamily="34" charset="0"/>
              </a:rPr>
              <a:t>implicitly</a:t>
            </a:r>
            <a:r>
              <a:rPr lang="en-US" altLang="en-US" sz="1600">
                <a:latin typeface="Arial" panose="020B0604020202020204" pitchFamily="34" charset="0"/>
              </a:rPr>
              <a:t>.</a:t>
            </a:r>
          </a:p>
        </p:txBody>
      </p:sp>
      <p:sp>
        <p:nvSpPr>
          <p:cNvPr id="72711" name="Oval 7">
            <a:extLst>
              <a:ext uri="{FF2B5EF4-FFF2-40B4-BE49-F238E27FC236}">
                <a16:creationId xmlns:a16="http://schemas.microsoft.com/office/drawing/2014/main" id="{8EE5089E-75CF-CD4D-9ACA-56C8398BE7A8}"/>
              </a:ext>
            </a:extLst>
          </p:cNvPr>
          <p:cNvSpPr>
            <a:spLocks noChangeArrowheads="1"/>
          </p:cNvSpPr>
          <p:nvPr/>
        </p:nvSpPr>
        <p:spPr bwMode="auto">
          <a:xfrm>
            <a:off x="6019800" y="2133600"/>
            <a:ext cx="2286000" cy="3810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27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27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727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8" grpId="0" autoUpdateAnimBg="0"/>
      <p:bldP spid="72710"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56" name="Picture 40">
            <a:extLst>
              <a:ext uri="{FF2B5EF4-FFF2-40B4-BE49-F238E27FC236}">
                <a16:creationId xmlns:a16="http://schemas.microsoft.com/office/drawing/2014/main" id="{A5E81932-84BF-1F43-87A4-06E3B8669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167"/>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1636" name="Rectangle 20">
            <a:extLst>
              <a:ext uri="{FF2B5EF4-FFF2-40B4-BE49-F238E27FC236}">
                <a16:creationId xmlns:a16="http://schemas.microsoft.com/office/drawing/2014/main" id="{5479BA6E-DEBB-F842-B437-5359D22FEB0C}"/>
              </a:ext>
            </a:extLst>
          </p:cNvPr>
          <p:cNvSpPr>
            <a:spLocks noGrp="1" noChangeArrowheads="1"/>
          </p:cNvSpPr>
          <p:nvPr>
            <p:ph type="title"/>
          </p:nvPr>
        </p:nvSpPr>
        <p:spPr>
          <a:noFill/>
          <a:ln/>
        </p:spPr>
        <p:txBody>
          <a:bodyPr/>
          <a:lstStyle/>
          <a:p>
            <a:r>
              <a:rPr lang="en-US" altLang="en-US"/>
              <a:t>Explicit Use of Built-in Chips</a:t>
            </a:r>
          </a:p>
        </p:txBody>
      </p:sp>
      <p:pic>
        <p:nvPicPr>
          <p:cNvPr id="111657" name="Picture 41">
            <a:extLst>
              <a:ext uri="{FF2B5EF4-FFF2-40B4-BE49-F238E27FC236}">
                <a16:creationId xmlns:a16="http://schemas.microsoft.com/office/drawing/2014/main" id="{91B61610-A092-BD42-B2D9-E5185F8367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3276600"/>
            <a:ext cx="4124325" cy="25908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1622" name="AutoShape 6">
            <a:extLst>
              <a:ext uri="{FF2B5EF4-FFF2-40B4-BE49-F238E27FC236}">
                <a16:creationId xmlns:a16="http://schemas.microsoft.com/office/drawing/2014/main" id="{80BC85BF-4CAB-C444-94DA-9FE62B5E12E4}"/>
              </a:ext>
            </a:extLst>
          </p:cNvPr>
          <p:cNvSpPr>
            <a:spLocks noChangeArrowheads="1"/>
          </p:cNvSpPr>
          <p:nvPr/>
        </p:nvSpPr>
        <p:spPr bwMode="auto">
          <a:xfrm>
            <a:off x="5181600" y="1828800"/>
            <a:ext cx="3581400" cy="1143000"/>
          </a:xfrm>
          <a:prstGeom prst="wedgeRoundRectCallout">
            <a:avLst>
              <a:gd name="adj1" fmla="val -36616"/>
              <a:gd name="adj2" fmla="val 10041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600">
                <a:latin typeface="Arial" panose="020B0604020202020204" pitchFamily="34" charset="0"/>
                <a:cs typeface="Arial" panose="020B0604020202020204" pitchFamily="34" charset="0"/>
              </a:rPr>
              <a:t>The chip is loaded from the </a:t>
            </a:r>
            <a:r>
              <a:rPr lang="en-US" altLang="en-US" sz="1600" b="1">
                <a:solidFill>
                  <a:srgbClr val="003399"/>
                </a:solidFill>
                <a:latin typeface="Courier New" panose="02070309020205020404" pitchFamily="49" charset="0"/>
                <a:cs typeface="Courier New" panose="02070309020205020404" pitchFamily="49" charset="0"/>
              </a:rPr>
              <a:t>tools/buitIn</a:t>
            </a:r>
            <a:r>
              <a:rPr lang="en-US" altLang="en-US" sz="1600">
                <a:latin typeface="Arial" panose="020B0604020202020204" pitchFamily="34" charset="0"/>
              </a:rPr>
              <a:t> </a:t>
            </a:r>
            <a:r>
              <a:rPr lang="en-US" altLang="en-US" sz="1600">
                <a:latin typeface="Arial" panose="020B0604020202020204" pitchFamily="34" charset="0"/>
                <a:cs typeface="Arial" panose="020B0604020202020204" pitchFamily="34" charset="0"/>
              </a:rPr>
              <a:t>directory (includes executable versions of all the chips mentioned in the book).</a:t>
            </a:r>
          </a:p>
          <a:p>
            <a:pPr algn="l" rtl="0">
              <a:buFontTx/>
              <a:buAutoNum type="arabicPeriod"/>
            </a:pPr>
            <a:endParaRPr lang="en-US" altLang="en-US" sz="1600">
              <a:latin typeface="Arial" panose="020B0604020202020204" pitchFamily="34" charset="0"/>
              <a:cs typeface="Arial" panose="020B0604020202020204" pitchFamily="34" charset="0"/>
            </a:endParaRPr>
          </a:p>
          <a:p>
            <a:pPr algn="l" rtl="0">
              <a:buFontTx/>
              <a:buAutoNum type="arabicPeriod"/>
            </a:pPr>
            <a:endParaRPr lang="en-US" altLang="en-US" sz="1600">
              <a:latin typeface="Arial" panose="020B0604020202020204" pitchFamily="34" charset="0"/>
              <a:cs typeface="Arial" panose="020B0604020202020204" pitchFamily="34" charset="0"/>
            </a:endParaRPr>
          </a:p>
        </p:txBody>
      </p:sp>
      <p:sp>
        <p:nvSpPr>
          <p:cNvPr id="111658" name="Oval 42">
            <a:extLst>
              <a:ext uri="{FF2B5EF4-FFF2-40B4-BE49-F238E27FC236}">
                <a16:creationId xmlns:a16="http://schemas.microsoft.com/office/drawing/2014/main" id="{631A0ACE-07B0-5448-ACC0-67EDACA96128}"/>
              </a:ext>
            </a:extLst>
          </p:cNvPr>
          <p:cNvSpPr>
            <a:spLocks noChangeArrowheads="1"/>
          </p:cNvSpPr>
          <p:nvPr/>
        </p:nvSpPr>
        <p:spPr bwMode="auto">
          <a:xfrm>
            <a:off x="457200" y="990600"/>
            <a:ext cx="457200" cy="533400"/>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1642" name="Oval 26">
            <a:extLst>
              <a:ext uri="{FF2B5EF4-FFF2-40B4-BE49-F238E27FC236}">
                <a16:creationId xmlns:a16="http://schemas.microsoft.com/office/drawing/2014/main" id="{0966AF66-3560-9941-BC80-AA2E070271DF}"/>
              </a:ext>
            </a:extLst>
          </p:cNvPr>
          <p:cNvSpPr>
            <a:spLocks noChangeArrowheads="1"/>
          </p:cNvSpPr>
          <p:nvPr/>
        </p:nvSpPr>
        <p:spPr bwMode="auto">
          <a:xfrm>
            <a:off x="6781800" y="4953000"/>
            <a:ext cx="1219200" cy="6096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11660" name="Group 44">
            <a:extLst>
              <a:ext uri="{FF2B5EF4-FFF2-40B4-BE49-F238E27FC236}">
                <a16:creationId xmlns:a16="http://schemas.microsoft.com/office/drawing/2014/main" id="{CC3ACA15-CB99-EC4C-831C-154D73EEACE7}"/>
              </a:ext>
            </a:extLst>
          </p:cNvPr>
          <p:cNvGrpSpPr>
            <a:grpSpLocks/>
          </p:cNvGrpSpPr>
          <p:nvPr/>
        </p:nvGrpSpPr>
        <p:grpSpPr bwMode="auto">
          <a:xfrm>
            <a:off x="1676400" y="5029200"/>
            <a:ext cx="2514600" cy="1295400"/>
            <a:chOff x="1056" y="3168"/>
            <a:chExt cx="1584" cy="816"/>
          </a:xfrm>
        </p:grpSpPr>
        <p:sp>
          <p:nvSpPr>
            <p:cNvPr id="111640" name="AutoShape 24">
              <a:extLst>
                <a:ext uri="{FF2B5EF4-FFF2-40B4-BE49-F238E27FC236}">
                  <a16:creationId xmlns:a16="http://schemas.microsoft.com/office/drawing/2014/main" id="{06B0621D-C42B-3849-8506-E82CD19B64C2}"/>
                </a:ext>
              </a:extLst>
            </p:cNvPr>
            <p:cNvSpPr>
              <a:spLocks noChangeArrowheads="1"/>
            </p:cNvSpPr>
            <p:nvPr/>
          </p:nvSpPr>
          <p:spPr bwMode="auto">
            <a:xfrm>
              <a:off x="1056" y="3744"/>
              <a:ext cx="1584" cy="240"/>
            </a:xfrm>
            <a:prstGeom prst="wedgeRoundRectCallout">
              <a:avLst>
                <a:gd name="adj1" fmla="val -62690"/>
                <a:gd name="adj2" fmla="val -4708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600">
                  <a:latin typeface="Arial" panose="020B0604020202020204" pitchFamily="34" charset="0"/>
                  <a:cs typeface="Arial" panose="020B0604020202020204" pitchFamily="34" charset="0"/>
                </a:rPr>
                <a:t>Built-in implementation.</a:t>
              </a:r>
            </a:p>
            <a:p>
              <a:pPr algn="l" rtl="0">
                <a:spcBef>
                  <a:spcPct val="30000"/>
                </a:spcBef>
              </a:pPr>
              <a:endParaRPr lang="en-US" altLang="en-US" sz="1600">
                <a:latin typeface="Arial" panose="020B0604020202020204" pitchFamily="34" charset="0"/>
                <a:cs typeface="Arial" panose="020B0604020202020204" pitchFamily="34" charset="0"/>
              </a:endParaRPr>
            </a:p>
            <a:p>
              <a:pPr algn="l" rtl="0">
                <a:spcBef>
                  <a:spcPct val="30000"/>
                </a:spcBef>
              </a:pPr>
              <a:endParaRPr lang="en-US" altLang="en-US" sz="1600">
                <a:latin typeface="Arial" panose="020B0604020202020204" pitchFamily="34" charset="0"/>
                <a:cs typeface="Arial" panose="020B0604020202020204" pitchFamily="34" charset="0"/>
              </a:endParaRPr>
            </a:p>
          </p:txBody>
        </p:sp>
        <p:sp>
          <p:nvSpPr>
            <p:cNvPr id="111659" name="AutoShape 43">
              <a:extLst>
                <a:ext uri="{FF2B5EF4-FFF2-40B4-BE49-F238E27FC236}">
                  <a16:creationId xmlns:a16="http://schemas.microsoft.com/office/drawing/2014/main" id="{3EFCA6C2-C370-6945-A30B-DD212B1F075C}"/>
                </a:ext>
              </a:extLst>
            </p:cNvPr>
            <p:cNvSpPr>
              <a:spLocks noChangeArrowheads="1"/>
            </p:cNvSpPr>
            <p:nvPr/>
          </p:nvSpPr>
          <p:spPr bwMode="auto">
            <a:xfrm>
              <a:off x="1104" y="3168"/>
              <a:ext cx="1296" cy="240"/>
            </a:xfrm>
            <a:prstGeom prst="wedgeRoundRectCallout">
              <a:avLst>
                <a:gd name="adj1" fmla="val -73069"/>
                <a:gd name="adj2" fmla="val 5416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600">
                  <a:latin typeface="Arial" panose="020B0604020202020204" pitchFamily="34" charset="0"/>
                  <a:cs typeface="Arial" panose="020B0604020202020204" pitchFamily="34" charset="0"/>
                </a:rPr>
                <a:t>Standard interface.</a:t>
              </a:r>
            </a:p>
            <a:p>
              <a:pPr algn="l" rtl="0">
                <a:spcBef>
                  <a:spcPct val="30000"/>
                </a:spcBef>
              </a:pPr>
              <a:endParaRPr lang="en-US" altLang="en-US" sz="1600">
                <a:latin typeface="Arial" panose="020B0604020202020204" pitchFamily="34" charset="0"/>
                <a:cs typeface="Arial" panose="020B0604020202020204" pitchFamily="34" charset="0"/>
              </a:endParaRPr>
            </a:p>
            <a:p>
              <a:pPr algn="l" rtl="0">
                <a:spcBef>
                  <a:spcPct val="30000"/>
                </a:spcBef>
              </a:pPr>
              <a:endParaRPr lang="en-US" altLang="en-US" sz="1600">
                <a:latin typeface="Arial" panose="020B0604020202020204" pitchFamily="34" charset="0"/>
                <a:cs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116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516C28D8-C646-2A46-8189-20BE027199F2}"/>
              </a:ext>
            </a:extLst>
          </p:cNvPr>
          <p:cNvSpPr>
            <a:spLocks noGrp="1" noChangeArrowheads="1"/>
          </p:cNvSpPr>
          <p:nvPr>
            <p:ph type="title"/>
          </p:nvPr>
        </p:nvSpPr>
        <p:spPr/>
        <p:txBody>
          <a:bodyPr/>
          <a:lstStyle/>
          <a:p>
            <a:r>
              <a:rPr lang="en-US" altLang="en-US"/>
              <a:t>Implicit Use of Built-in Chips</a:t>
            </a:r>
          </a:p>
        </p:txBody>
      </p:sp>
      <p:sp>
        <p:nvSpPr>
          <p:cNvPr id="150531" name="Rectangle 3">
            <a:extLst>
              <a:ext uri="{FF2B5EF4-FFF2-40B4-BE49-F238E27FC236}">
                <a16:creationId xmlns:a16="http://schemas.microsoft.com/office/drawing/2014/main" id="{91678989-4B8E-FE4E-9716-D6297533E22B}"/>
              </a:ext>
            </a:extLst>
          </p:cNvPr>
          <p:cNvSpPr>
            <a:spLocks noChangeArrowheads="1"/>
          </p:cNvSpPr>
          <p:nvPr/>
        </p:nvSpPr>
        <p:spPr bwMode="auto">
          <a:xfrm>
            <a:off x="381000" y="3657600"/>
            <a:ext cx="81534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Char char="§"/>
            </a:pPr>
            <a:r>
              <a:rPr lang="en-US" altLang="en-US" sz="1600">
                <a:latin typeface="Arial" panose="020B0604020202020204" pitchFamily="34" charset="0"/>
              </a:rPr>
              <a:t>When any HDL file is loaded, the simulator parses its definition.  For each internal chip </a:t>
            </a:r>
            <a:r>
              <a:rPr lang="en-US" altLang="en-US" sz="1400" b="1">
                <a:solidFill>
                  <a:srgbClr val="003399"/>
                </a:solidFill>
                <a:latin typeface="Courier New" panose="02070309020205020404" pitchFamily="49" charset="0"/>
                <a:cs typeface="Courier New" panose="02070309020205020404" pitchFamily="49" charset="0"/>
              </a:rPr>
              <a:t>Xxx(...)</a:t>
            </a:r>
            <a:r>
              <a:rPr lang="en-US" altLang="en-US" sz="1600">
                <a:latin typeface="Arial" panose="020B0604020202020204" pitchFamily="34" charset="0"/>
              </a:rPr>
              <a:t> mentioned in the PARTS section, the simulator looks for an </a:t>
            </a:r>
            <a:r>
              <a:rPr lang="en-US" altLang="en-US" sz="1400" b="1">
                <a:solidFill>
                  <a:srgbClr val="003399"/>
                </a:solidFill>
                <a:latin typeface="Courier New" panose="02070309020205020404" pitchFamily="49" charset="0"/>
                <a:cs typeface="Courier New" panose="02070309020205020404" pitchFamily="49" charset="0"/>
              </a:rPr>
              <a:t>Xxx.hdl</a:t>
            </a:r>
            <a:r>
              <a:rPr lang="en-US" altLang="en-US" sz="1600">
                <a:latin typeface="Arial" panose="020B0604020202020204" pitchFamily="34" charset="0"/>
              </a:rPr>
              <a:t> file in the same directory (e.g. </a:t>
            </a:r>
            <a:r>
              <a:rPr lang="en-US" altLang="en-US" sz="1400" b="1">
                <a:solidFill>
                  <a:srgbClr val="003399"/>
                </a:solidFill>
                <a:latin typeface="Courier New" panose="02070309020205020404" pitchFamily="49" charset="0"/>
                <a:cs typeface="Courier New" panose="02070309020205020404" pitchFamily="49" charset="0"/>
              </a:rPr>
              <a:t>Not.hdl</a:t>
            </a:r>
            <a:r>
              <a:rPr lang="en-US" altLang="en-US" sz="1600">
                <a:latin typeface="Arial" panose="020B0604020202020204" pitchFamily="34" charset="0"/>
              </a:rPr>
              <a:t>, </a:t>
            </a:r>
            <a:r>
              <a:rPr lang="en-US" altLang="en-US" sz="1400" b="1">
                <a:solidFill>
                  <a:srgbClr val="003399"/>
                </a:solidFill>
                <a:latin typeface="Courier New" panose="02070309020205020404" pitchFamily="49" charset="0"/>
                <a:cs typeface="Courier New" panose="02070309020205020404" pitchFamily="49" charset="0"/>
              </a:rPr>
              <a:t>And.hdl</a:t>
            </a:r>
            <a:r>
              <a:rPr lang="en-US" altLang="en-US" sz="1600">
                <a:latin typeface="Arial" panose="020B0604020202020204" pitchFamily="34" charset="0"/>
              </a:rPr>
              <a:t>, and </a:t>
            </a:r>
            <a:r>
              <a:rPr lang="en-US" altLang="en-US" sz="1400" b="1">
                <a:solidFill>
                  <a:srgbClr val="003399"/>
                </a:solidFill>
                <a:latin typeface="Courier New" panose="02070309020205020404" pitchFamily="49" charset="0"/>
                <a:cs typeface="Courier New" panose="02070309020205020404" pitchFamily="49" charset="0"/>
              </a:rPr>
              <a:t>Or.hdl</a:t>
            </a:r>
            <a:r>
              <a:rPr lang="en-US" altLang="en-US" sz="1600">
                <a:latin typeface="Arial" panose="020B0604020202020204" pitchFamily="34" charset="0"/>
              </a:rPr>
              <a:t> in this example).</a:t>
            </a:r>
          </a:p>
          <a:p>
            <a:pPr algn="l" rtl="0">
              <a:spcBef>
                <a:spcPct val="40000"/>
              </a:spcBef>
              <a:buClr>
                <a:srgbClr val="006600"/>
              </a:buClr>
              <a:buSzPct val="110000"/>
              <a:buFont typeface="Wingdings" pitchFamily="2" charset="2"/>
              <a:buChar char="§"/>
            </a:pPr>
            <a:r>
              <a:rPr lang="en-US" altLang="en-US" sz="1600">
                <a:latin typeface="Arial" panose="020B0604020202020204" pitchFamily="34" charset="0"/>
              </a:rPr>
              <a:t>If </a:t>
            </a:r>
            <a:r>
              <a:rPr lang="en-US" altLang="en-US" sz="1400" b="1">
                <a:solidFill>
                  <a:srgbClr val="003399"/>
                </a:solidFill>
                <a:latin typeface="Courier New" panose="02070309020205020404" pitchFamily="49" charset="0"/>
                <a:cs typeface="Courier New" panose="02070309020205020404" pitchFamily="49" charset="0"/>
              </a:rPr>
              <a:t>Xxx.hdl</a:t>
            </a:r>
            <a:r>
              <a:rPr lang="en-US" altLang="en-US" sz="1600">
                <a:latin typeface="Arial" panose="020B0604020202020204" pitchFamily="34" charset="0"/>
              </a:rPr>
              <a:t> is found in the current directory (e.g. if it was also written by the user), the simulator uses its HDL logic in the evaluation of the overall chip.</a:t>
            </a:r>
          </a:p>
          <a:p>
            <a:pPr algn="l" rtl="0">
              <a:spcBef>
                <a:spcPct val="40000"/>
              </a:spcBef>
              <a:buClr>
                <a:srgbClr val="006600"/>
              </a:buClr>
              <a:buSzPct val="110000"/>
              <a:buFont typeface="Wingdings" pitchFamily="2" charset="2"/>
              <a:buChar char="§"/>
            </a:pPr>
            <a:r>
              <a:rPr lang="en-US" altLang="en-US" sz="1600">
                <a:latin typeface="Arial" panose="020B0604020202020204" pitchFamily="34" charset="0"/>
              </a:rPr>
              <a:t>If </a:t>
            </a:r>
            <a:r>
              <a:rPr lang="en-US" altLang="en-US" sz="1400" b="1">
                <a:solidFill>
                  <a:srgbClr val="003399"/>
                </a:solidFill>
                <a:latin typeface="Courier New" panose="02070309020205020404" pitchFamily="49" charset="0"/>
                <a:cs typeface="Courier New" panose="02070309020205020404" pitchFamily="49" charset="0"/>
              </a:rPr>
              <a:t>Xxx.hdl</a:t>
            </a:r>
            <a:r>
              <a:rPr lang="en-US" altLang="en-US" sz="1600">
                <a:latin typeface="Arial" panose="020B0604020202020204" pitchFamily="34" charset="0"/>
              </a:rPr>
              <a:t> is not found in the current directory, the simulator attempts to invoke the file </a:t>
            </a:r>
            <a:r>
              <a:rPr lang="en-US" altLang="en-US" sz="1400" b="1">
                <a:solidFill>
                  <a:srgbClr val="003399"/>
                </a:solidFill>
                <a:latin typeface="Courier New" panose="02070309020205020404" pitchFamily="49" charset="0"/>
                <a:cs typeface="Courier New" panose="02070309020205020404" pitchFamily="49" charset="0"/>
              </a:rPr>
              <a:t>tools/builtIn/Xxx.hdl</a:t>
            </a:r>
            <a:r>
              <a:rPr lang="en-US" altLang="en-US" sz="1600">
                <a:latin typeface="Arial" panose="020B0604020202020204" pitchFamily="34" charset="0"/>
              </a:rPr>
              <a:t> instead.</a:t>
            </a:r>
          </a:p>
          <a:p>
            <a:pPr algn="l" rtl="0">
              <a:spcBef>
                <a:spcPct val="40000"/>
              </a:spcBef>
              <a:buClr>
                <a:srgbClr val="006600"/>
              </a:buClr>
              <a:buSzPct val="110000"/>
              <a:buFont typeface="Wingdings" pitchFamily="2" charset="2"/>
              <a:buChar char="§"/>
            </a:pPr>
            <a:r>
              <a:rPr lang="en-US" altLang="en-US" sz="1600">
                <a:latin typeface="Arial" panose="020B0604020202020204" pitchFamily="34" charset="0"/>
              </a:rPr>
              <a:t>And since </a:t>
            </a:r>
            <a:r>
              <a:rPr lang="en-US" altLang="en-US" sz="1400" b="1">
                <a:solidFill>
                  <a:srgbClr val="003399"/>
                </a:solidFill>
                <a:latin typeface="Courier New" panose="02070309020205020404" pitchFamily="49" charset="0"/>
                <a:cs typeface="Courier New" panose="02070309020205020404" pitchFamily="49" charset="0"/>
              </a:rPr>
              <a:t>tools/builtIn</a:t>
            </a:r>
            <a:r>
              <a:rPr lang="en-US" altLang="en-US" sz="1600">
                <a:latin typeface="Arial" panose="020B0604020202020204" pitchFamily="34" charset="0"/>
              </a:rPr>
              <a:t> includes executable versions of all the chips mentioned in the book, it is possible to build and test any of these chips before first building their lower-level parts.</a:t>
            </a:r>
          </a:p>
        </p:txBody>
      </p:sp>
      <p:sp>
        <p:nvSpPr>
          <p:cNvPr id="150537" name="Text Box 9">
            <a:extLst>
              <a:ext uri="{FF2B5EF4-FFF2-40B4-BE49-F238E27FC236}">
                <a16:creationId xmlns:a16="http://schemas.microsoft.com/office/drawing/2014/main" id="{23DD08DC-44AB-6E4C-B524-A19A6F9BC546}"/>
              </a:ext>
            </a:extLst>
          </p:cNvPr>
          <p:cNvSpPr txBox="1">
            <a:spLocks noChangeArrowheads="1"/>
          </p:cNvSpPr>
          <p:nvPr/>
        </p:nvSpPr>
        <p:spPr bwMode="auto">
          <a:xfrm>
            <a:off x="2209800" y="800100"/>
            <a:ext cx="4572000" cy="27051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82800" rIns="93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eaLnBrk="0" hangingPunct="0"/>
            <a:r>
              <a:rPr lang="en-US" altLang="en-US" sz="1400" b="1">
                <a:latin typeface="Courier New" panose="02070309020205020404" pitchFamily="49" charset="0"/>
                <a:cs typeface="Courier New" panose="02070309020205020404" pitchFamily="49" charset="0"/>
              </a:rPr>
              <a:t>/** Exclusive-or gate. out = a xor b */</a:t>
            </a:r>
            <a:endParaRPr lang="en-US" altLang="en-US" sz="1400" b="1">
              <a:solidFill>
                <a:srgbClr val="993300"/>
              </a:solidFill>
              <a:latin typeface="Courier New" panose="02070309020205020404" pitchFamily="49" charset="0"/>
              <a:cs typeface="Courier New" panose="02070309020205020404" pitchFamily="49" charset="0"/>
            </a:endParaRPr>
          </a:p>
          <a:p>
            <a:pPr algn="l" rtl="0">
              <a:spcBef>
                <a:spcPct val="10000"/>
              </a:spcBef>
              <a:buClr>
                <a:srgbClr val="000099"/>
              </a:buClr>
              <a:buFont typeface="Wingdings" pitchFamily="2" charset="2"/>
              <a:buNone/>
            </a:pPr>
            <a:r>
              <a:rPr lang="en-US" altLang="en-US" sz="1400" b="1">
                <a:latin typeface="Courier New" panose="02070309020205020404" pitchFamily="49" charset="0"/>
                <a:cs typeface="Courier New" panose="02070309020205020404" pitchFamily="49" charset="0"/>
              </a:rPr>
              <a:t>CHIP Xor {</a:t>
            </a:r>
          </a:p>
          <a:p>
            <a:pPr algn="l" rtl="0">
              <a:spcBef>
                <a:spcPct val="10000"/>
              </a:spcBef>
              <a:buClr>
                <a:srgbClr val="000099"/>
              </a:buClr>
              <a:buFont typeface="Wingdings" pitchFamily="2" charset="2"/>
              <a:buNone/>
            </a:pPr>
            <a:r>
              <a:rPr lang="en-US" altLang="en-US" sz="1400" b="1">
                <a:latin typeface="Courier New" panose="02070309020205020404" pitchFamily="49" charset="0"/>
                <a:cs typeface="Courier New" panose="02070309020205020404" pitchFamily="49" charset="0"/>
              </a:rPr>
              <a:t>    IN a, b;</a:t>
            </a:r>
          </a:p>
          <a:p>
            <a:pPr algn="l" rtl="0">
              <a:spcBef>
                <a:spcPct val="10000"/>
              </a:spcBef>
              <a:buClr>
                <a:srgbClr val="000099"/>
              </a:buClr>
              <a:buFont typeface="Wingdings" pitchFamily="2" charset="2"/>
              <a:buNone/>
            </a:pPr>
            <a:r>
              <a:rPr lang="en-US" altLang="en-US" sz="1400" b="1">
                <a:latin typeface="Courier New" panose="02070309020205020404" pitchFamily="49" charset="0"/>
                <a:cs typeface="Courier New" panose="02070309020205020404" pitchFamily="49" charset="0"/>
              </a:rPr>
              <a:t>    OUT out;</a:t>
            </a:r>
          </a:p>
          <a:p>
            <a:pPr algn="l" rtl="0">
              <a:spcBef>
                <a:spcPct val="10000"/>
              </a:spcBef>
              <a:buClr>
                <a:srgbClr val="000099"/>
              </a:buClr>
              <a:buFont typeface="Wingdings" pitchFamily="2" charset="2"/>
              <a:buNone/>
            </a:pPr>
            <a:r>
              <a:rPr lang="en-US" altLang="en-US" sz="1400" b="1">
                <a:latin typeface="Courier New" panose="02070309020205020404" pitchFamily="49" charset="0"/>
                <a:cs typeface="Courier New" panose="02070309020205020404" pitchFamily="49" charset="0"/>
              </a:rPr>
              <a:t>    PARTS:</a:t>
            </a:r>
          </a:p>
          <a:p>
            <a:pPr algn="l" rtl="0">
              <a:spcBef>
                <a:spcPct val="10000"/>
              </a:spcBef>
              <a:buClr>
                <a:srgbClr val="000099"/>
              </a:buClr>
              <a:buFont typeface="Wingdings" pitchFamily="2" charset="2"/>
              <a:buNone/>
            </a:pPr>
            <a:r>
              <a:rPr lang="en-US" altLang="en-US" sz="1400" b="1">
                <a:latin typeface="Courier New" panose="02070309020205020404" pitchFamily="49" charset="0"/>
                <a:cs typeface="Courier New" panose="02070309020205020404" pitchFamily="49" charset="0"/>
              </a:rPr>
              <a:t>    </a:t>
            </a:r>
            <a:r>
              <a:rPr lang="en-US" altLang="en-US" sz="1400" b="1">
                <a:solidFill>
                  <a:srgbClr val="003399"/>
                </a:solidFill>
                <a:latin typeface="Courier New" panose="02070309020205020404" pitchFamily="49" charset="0"/>
                <a:cs typeface="Courier New" panose="02070309020205020404" pitchFamily="49" charset="0"/>
              </a:rPr>
              <a:t>Not</a:t>
            </a:r>
            <a:r>
              <a:rPr lang="en-US" altLang="en-US" sz="1400" b="1">
                <a:latin typeface="Courier New" panose="02070309020205020404" pitchFamily="49" charset="0"/>
                <a:cs typeface="Courier New" panose="02070309020205020404" pitchFamily="49" charset="0"/>
              </a:rPr>
              <a:t>(in=a,out=Nota);</a:t>
            </a:r>
          </a:p>
          <a:p>
            <a:pPr algn="l" rtl="0">
              <a:spcBef>
                <a:spcPct val="10000"/>
              </a:spcBef>
              <a:buClr>
                <a:srgbClr val="000099"/>
              </a:buClr>
              <a:buFont typeface="Wingdings" pitchFamily="2" charset="2"/>
              <a:buNone/>
            </a:pPr>
            <a:r>
              <a:rPr lang="en-US" altLang="en-US" sz="1400" b="1">
                <a:latin typeface="Courier New" panose="02070309020205020404" pitchFamily="49" charset="0"/>
                <a:cs typeface="Courier New" panose="02070309020205020404" pitchFamily="49" charset="0"/>
              </a:rPr>
              <a:t>    </a:t>
            </a:r>
            <a:r>
              <a:rPr lang="en-US" altLang="en-US" sz="1400" b="1">
                <a:solidFill>
                  <a:srgbClr val="003399"/>
                </a:solidFill>
                <a:latin typeface="Courier New" panose="02070309020205020404" pitchFamily="49" charset="0"/>
                <a:cs typeface="Courier New" panose="02070309020205020404" pitchFamily="49" charset="0"/>
              </a:rPr>
              <a:t>Not</a:t>
            </a:r>
            <a:r>
              <a:rPr lang="en-US" altLang="en-US" sz="1400" b="1">
                <a:latin typeface="Courier New" panose="02070309020205020404" pitchFamily="49" charset="0"/>
                <a:cs typeface="Courier New" panose="02070309020205020404" pitchFamily="49" charset="0"/>
              </a:rPr>
              <a:t>(in=b,out=Notb);</a:t>
            </a:r>
          </a:p>
          <a:p>
            <a:pPr algn="l" rtl="0">
              <a:spcBef>
                <a:spcPct val="10000"/>
              </a:spcBef>
              <a:buClr>
                <a:srgbClr val="000099"/>
              </a:buClr>
              <a:buFont typeface="Wingdings" pitchFamily="2" charset="2"/>
              <a:buNone/>
            </a:pPr>
            <a:r>
              <a:rPr lang="en-US" altLang="en-US" sz="1400" b="1">
                <a:latin typeface="Courier New" panose="02070309020205020404" pitchFamily="49" charset="0"/>
                <a:cs typeface="Courier New" panose="02070309020205020404" pitchFamily="49" charset="0"/>
              </a:rPr>
              <a:t>    </a:t>
            </a:r>
            <a:r>
              <a:rPr lang="en-US" altLang="en-US" sz="1400" b="1">
                <a:solidFill>
                  <a:srgbClr val="003399"/>
                </a:solidFill>
                <a:latin typeface="Courier New" panose="02070309020205020404" pitchFamily="49" charset="0"/>
                <a:cs typeface="Courier New" panose="02070309020205020404" pitchFamily="49" charset="0"/>
              </a:rPr>
              <a:t>And</a:t>
            </a:r>
            <a:r>
              <a:rPr lang="en-US" altLang="en-US" sz="1400" b="1">
                <a:latin typeface="Courier New" panose="02070309020205020404" pitchFamily="49" charset="0"/>
                <a:cs typeface="Courier New" panose="02070309020205020404" pitchFamily="49" charset="0"/>
              </a:rPr>
              <a:t>(a=a,b=Notb,out=aNotb);</a:t>
            </a:r>
          </a:p>
          <a:p>
            <a:pPr algn="l" rtl="0">
              <a:spcBef>
                <a:spcPct val="10000"/>
              </a:spcBef>
              <a:buClr>
                <a:srgbClr val="000099"/>
              </a:buClr>
              <a:buFont typeface="Wingdings" pitchFamily="2" charset="2"/>
              <a:buNone/>
            </a:pPr>
            <a:r>
              <a:rPr lang="en-US" altLang="en-US" sz="1400" b="1">
                <a:latin typeface="Courier New" panose="02070309020205020404" pitchFamily="49" charset="0"/>
                <a:cs typeface="Courier New" panose="02070309020205020404" pitchFamily="49" charset="0"/>
              </a:rPr>
              <a:t>    </a:t>
            </a:r>
            <a:r>
              <a:rPr lang="en-US" altLang="en-US" sz="1400" b="1">
                <a:solidFill>
                  <a:srgbClr val="003399"/>
                </a:solidFill>
                <a:latin typeface="Courier New" panose="02070309020205020404" pitchFamily="49" charset="0"/>
                <a:cs typeface="Courier New" panose="02070309020205020404" pitchFamily="49" charset="0"/>
              </a:rPr>
              <a:t>And</a:t>
            </a:r>
            <a:r>
              <a:rPr lang="en-US" altLang="en-US" sz="1400" b="1">
                <a:latin typeface="Courier New" panose="02070309020205020404" pitchFamily="49" charset="0"/>
                <a:cs typeface="Courier New" panose="02070309020205020404" pitchFamily="49" charset="0"/>
              </a:rPr>
              <a:t>(a=Nota,b=b,out=bNota);</a:t>
            </a:r>
          </a:p>
          <a:p>
            <a:pPr algn="l" rtl="0">
              <a:spcBef>
                <a:spcPct val="10000"/>
              </a:spcBef>
              <a:buClr>
                <a:srgbClr val="000099"/>
              </a:buClr>
              <a:buFont typeface="Wingdings" pitchFamily="2" charset="2"/>
              <a:buNone/>
            </a:pPr>
            <a:r>
              <a:rPr lang="en-US" altLang="en-US" sz="1400" b="1">
                <a:latin typeface="Courier New" panose="02070309020205020404" pitchFamily="49" charset="0"/>
                <a:cs typeface="Courier New" panose="02070309020205020404" pitchFamily="49" charset="0"/>
              </a:rPr>
              <a:t>    </a:t>
            </a:r>
            <a:r>
              <a:rPr lang="en-US" altLang="en-US" sz="1400" b="1">
                <a:solidFill>
                  <a:srgbClr val="003399"/>
                </a:solidFill>
                <a:latin typeface="Courier New" panose="02070309020205020404" pitchFamily="49" charset="0"/>
                <a:cs typeface="Courier New" panose="02070309020205020404" pitchFamily="49" charset="0"/>
              </a:rPr>
              <a:t>Or</a:t>
            </a:r>
            <a:r>
              <a:rPr lang="en-US" altLang="en-US" sz="1400" b="1">
                <a:latin typeface="Courier New" panose="02070309020205020404" pitchFamily="49" charset="0"/>
                <a:cs typeface="Courier New" panose="02070309020205020404" pitchFamily="49" charset="0"/>
              </a:rPr>
              <a:t>(a=aNotb,b=bNota,out=out);</a:t>
            </a:r>
          </a:p>
          <a:p>
            <a:pPr algn="l" rtl="0">
              <a:spcBef>
                <a:spcPct val="10000"/>
              </a:spcBef>
              <a:buClr>
                <a:srgbClr val="000099"/>
              </a:buClr>
              <a:buFont typeface="Wingdings" pitchFamily="2" charset="2"/>
              <a:buNone/>
            </a:pPr>
            <a:r>
              <a:rPr lang="en-US" altLang="en-US" sz="1400" b="1">
                <a:latin typeface="Courier New" panose="02070309020205020404" pitchFamily="49" charset="0"/>
                <a:cs typeface="Courier New" panose="02070309020205020404"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053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053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053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05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1"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85B1339-C82A-9B44-9079-76F324EDFDC2}"/>
              </a:ext>
            </a:extLst>
          </p:cNvPr>
          <p:cNvSpPr>
            <a:spLocks noGrp="1" noChangeArrowheads="1"/>
          </p:cNvSpPr>
          <p:nvPr>
            <p:ph type="title"/>
          </p:nvPr>
        </p:nvSpPr>
        <p:spPr/>
        <p:txBody>
          <a:bodyPr/>
          <a:lstStyle/>
          <a:p>
            <a:r>
              <a:rPr lang="en-US" altLang="en-US"/>
              <a:t>Hardware Simulation Tutorial</a:t>
            </a:r>
          </a:p>
        </p:txBody>
      </p:sp>
      <p:pic>
        <p:nvPicPr>
          <p:cNvPr id="92163" name="Picture 3" descr="monitor">
            <a:extLst>
              <a:ext uri="{FF2B5EF4-FFF2-40B4-BE49-F238E27FC236}">
                <a16:creationId xmlns:a16="http://schemas.microsoft.com/office/drawing/2014/main" id="{C8ECC2AC-B5A2-9F44-A39D-4B5985F09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92165" name="Rectangle 5">
            <a:extLst>
              <a:ext uri="{FF2B5EF4-FFF2-40B4-BE49-F238E27FC236}">
                <a16:creationId xmlns:a16="http://schemas.microsoft.com/office/drawing/2014/main" id="{6671DB63-4A9F-9849-9B15-0D5BF8C635A0}"/>
              </a:ext>
            </a:extLst>
          </p:cNvPr>
          <p:cNvSpPr>
            <a:spLocks noChangeArrowheads="1"/>
          </p:cNvSpPr>
          <p:nvPr/>
        </p:nvSpPr>
        <p:spPr bwMode="auto">
          <a:xfrm>
            <a:off x="3048000" y="2174875"/>
            <a:ext cx="3200400"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lgn="l">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lgn="l">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lgn="l">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b="1" u="sng">
                <a:solidFill>
                  <a:srgbClr val="000066"/>
                </a:solidFill>
              </a:rPr>
              <a:t>Part IV:</a:t>
            </a:r>
          </a:p>
          <a:p>
            <a:pPr algn="ctr">
              <a:spcBef>
                <a:spcPct val="60000"/>
              </a:spcBef>
              <a:buFont typeface="Wingdings" pitchFamily="2" charset="2"/>
              <a:buNone/>
            </a:pPr>
            <a:r>
              <a:rPr lang="en-US" altLang="he-IL" sz="2400" b="1">
                <a:solidFill>
                  <a:srgbClr val="000066"/>
                </a:solidFill>
              </a:rPr>
              <a:t>Clocked Chips</a:t>
            </a:r>
          </a:p>
          <a:p>
            <a:pPr algn="ctr">
              <a:spcBef>
                <a:spcPct val="60000"/>
              </a:spcBef>
              <a:buFont typeface="Wingdings" pitchFamily="2" charset="2"/>
              <a:buNone/>
            </a:pPr>
            <a:r>
              <a:rPr lang="en-US" altLang="he-IL" sz="2400" b="1">
                <a:solidFill>
                  <a:srgbClr val="000066"/>
                </a:solidFill>
              </a:rPr>
              <a:t>(Sequential Logic)</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3375E964-96F9-BD41-B491-0EFCC1D7A7E8}"/>
              </a:ext>
            </a:extLst>
          </p:cNvPr>
          <p:cNvSpPr>
            <a:spLocks noGrp="1" noChangeArrowheads="1"/>
          </p:cNvSpPr>
          <p:nvPr>
            <p:ph type="title"/>
          </p:nvPr>
        </p:nvSpPr>
        <p:spPr/>
        <p:txBody>
          <a:bodyPr/>
          <a:lstStyle/>
          <a:p>
            <a:r>
              <a:rPr lang="en-US" altLang="en-US"/>
              <a:t>Clocked (Sequential) Chips</a:t>
            </a:r>
          </a:p>
        </p:txBody>
      </p:sp>
      <p:pic>
        <p:nvPicPr>
          <p:cNvPr id="76804" name="Picture 4" descr="clock">
            <a:extLst>
              <a:ext uri="{FF2B5EF4-FFF2-40B4-BE49-F238E27FC236}">
                <a16:creationId xmlns:a16="http://schemas.microsoft.com/office/drawing/2014/main" id="{1278DB65-27FB-E147-A4C5-D2EBFEA7EB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209800"/>
            <a:ext cx="6705600" cy="990600"/>
          </a:xfrm>
          <a:prstGeom prst="rect">
            <a:avLst/>
          </a:prstGeom>
          <a:noFill/>
          <a:ln w="19050">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
        <p:nvSpPr>
          <p:cNvPr id="76807" name="Rectangle 7">
            <a:extLst>
              <a:ext uri="{FF2B5EF4-FFF2-40B4-BE49-F238E27FC236}">
                <a16:creationId xmlns:a16="http://schemas.microsoft.com/office/drawing/2014/main" id="{6AF36201-F34A-2B4B-9846-C59A2600F2D7}"/>
              </a:ext>
            </a:extLst>
          </p:cNvPr>
          <p:cNvSpPr>
            <a:spLocks noChangeArrowheads="1"/>
          </p:cNvSpPr>
          <p:nvPr/>
        </p:nvSpPr>
        <p:spPr bwMode="auto">
          <a:xfrm>
            <a:off x="304800" y="1143000"/>
            <a:ext cx="74676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80000"/>
              </a:spcBef>
              <a:buClr>
                <a:srgbClr val="006600"/>
              </a:buClr>
              <a:buSzPct val="110000"/>
              <a:buFont typeface="Wingdings" pitchFamily="2" charset="2"/>
              <a:buChar char="§"/>
            </a:pPr>
            <a:r>
              <a:rPr lang="en-US" altLang="en-US" sz="1600">
                <a:latin typeface="Arial" panose="020B0604020202020204" pitchFamily="34" charset="0"/>
              </a:rPr>
              <a:t>The implementation of clocked chips is based on </a:t>
            </a:r>
            <a:r>
              <a:rPr lang="en-US" altLang="en-US" sz="1600" i="1">
                <a:latin typeface="Arial" panose="020B0604020202020204" pitchFamily="34" charset="0"/>
              </a:rPr>
              <a:t>sequential logic</a:t>
            </a:r>
          </a:p>
          <a:p>
            <a:pPr algn="l" rtl="0">
              <a:spcBef>
                <a:spcPct val="80000"/>
              </a:spcBef>
              <a:buClr>
                <a:srgbClr val="006600"/>
              </a:buClr>
              <a:buSzPct val="110000"/>
              <a:buFont typeface="Wingdings" pitchFamily="2" charset="2"/>
              <a:buChar char="§"/>
            </a:pPr>
            <a:r>
              <a:rPr lang="en-US" altLang="en-US" sz="1600">
                <a:latin typeface="Arial" panose="020B0604020202020204" pitchFamily="34" charset="0"/>
              </a:rPr>
              <a:t>The operation of clocked chips is regulated by a master clock signal:</a:t>
            </a:r>
          </a:p>
        </p:txBody>
      </p:sp>
      <p:sp>
        <p:nvSpPr>
          <p:cNvPr id="76808" name="Rectangle 8">
            <a:extLst>
              <a:ext uri="{FF2B5EF4-FFF2-40B4-BE49-F238E27FC236}">
                <a16:creationId xmlns:a16="http://schemas.microsoft.com/office/drawing/2014/main" id="{15BB3EAC-2D34-1949-B188-E6EA6F980FD4}"/>
              </a:ext>
            </a:extLst>
          </p:cNvPr>
          <p:cNvSpPr>
            <a:spLocks noChangeArrowheads="1"/>
          </p:cNvSpPr>
          <p:nvPr/>
        </p:nvSpPr>
        <p:spPr bwMode="auto">
          <a:xfrm>
            <a:off x="609600" y="3581400"/>
            <a:ext cx="81534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80000"/>
              </a:spcBef>
              <a:buClr>
                <a:srgbClr val="006600"/>
              </a:buClr>
              <a:buSzPct val="110000"/>
              <a:buFont typeface="Wingdings" pitchFamily="2" charset="2"/>
              <a:buChar char="§"/>
            </a:pPr>
            <a:r>
              <a:rPr lang="en-US" altLang="en-US" sz="1600">
                <a:latin typeface="Arial" panose="020B0604020202020204" pitchFamily="34" charset="0"/>
              </a:rPr>
              <a:t>In our jargon, a clock cycle = </a:t>
            </a:r>
            <a:r>
              <a:rPr lang="en-US" altLang="en-US" sz="1600" i="1">
                <a:latin typeface="Arial" panose="020B0604020202020204" pitchFamily="34" charset="0"/>
              </a:rPr>
              <a:t>tick</a:t>
            </a:r>
            <a:r>
              <a:rPr lang="en-US" altLang="en-US" sz="1600">
                <a:latin typeface="Arial" panose="020B0604020202020204" pitchFamily="34" charset="0"/>
              </a:rPr>
              <a:t>-phase (low), followed by a </a:t>
            </a:r>
            <a:r>
              <a:rPr lang="en-US" altLang="en-US" sz="1600" i="1">
                <a:latin typeface="Arial" panose="020B0604020202020204" pitchFamily="34" charset="0"/>
              </a:rPr>
              <a:t>tock</a:t>
            </a:r>
            <a:r>
              <a:rPr lang="en-US" altLang="en-US" sz="1600">
                <a:latin typeface="Arial" panose="020B0604020202020204" pitchFamily="34" charset="0"/>
              </a:rPr>
              <a:t>-phase (high)</a:t>
            </a:r>
          </a:p>
          <a:p>
            <a:pPr algn="l" rtl="0">
              <a:spcBef>
                <a:spcPct val="80000"/>
              </a:spcBef>
              <a:buClr>
                <a:srgbClr val="006600"/>
              </a:buClr>
              <a:buSzPct val="110000"/>
              <a:buFont typeface="Wingdings" pitchFamily="2" charset="2"/>
              <a:buChar char="§"/>
            </a:pPr>
            <a:r>
              <a:rPr lang="en-US" altLang="en-US" sz="1600">
                <a:latin typeface="Arial" panose="020B0604020202020204" pitchFamily="34" charset="0"/>
              </a:rPr>
              <a:t>During a </a:t>
            </a:r>
            <a:r>
              <a:rPr lang="en-US" altLang="en-US" sz="1600" i="1">
                <a:latin typeface="Arial" panose="020B0604020202020204" pitchFamily="34" charset="0"/>
              </a:rPr>
              <a:t>tick-tock</a:t>
            </a:r>
            <a:r>
              <a:rPr lang="en-US" altLang="en-US" sz="1600">
                <a:latin typeface="Arial" panose="020B0604020202020204" pitchFamily="34" charset="0"/>
              </a:rPr>
              <a:t>, the internal states of all the clocked chips are allowed to change, but their outputs are “latched”</a:t>
            </a:r>
          </a:p>
          <a:p>
            <a:pPr algn="l" rtl="0">
              <a:spcBef>
                <a:spcPct val="80000"/>
              </a:spcBef>
              <a:buClr>
                <a:srgbClr val="006600"/>
              </a:buClr>
              <a:buSzPct val="110000"/>
              <a:buFont typeface="Wingdings" pitchFamily="2" charset="2"/>
              <a:buChar char="§"/>
            </a:pPr>
            <a:r>
              <a:rPr lang="en-US" altLang="en-US" sz="1600">
                <a:latin typeface="Arial" panose="020B0604020202020204" pitchFamily="34" charset="0"/>
              </a:rPr>
              <a:t>At the beginning of the next </a:t>
            </a:r>
            <a:r>
              <a:rPr lang="en-US" altLang="en-US" sz="1600" i="1">
                <a:latin typeface="Arial" panose="020B0604020202020204" pitchFamily="34" charset="0"/>
              </a:rPr>
              <a:t>tick</a:t>
            </a:r>
            <a:r>
              <a:rPr lang="en-US" altLang="en-US" sz="1600">
                <a:latin typeface="Arial" panose="020B0604020202020204" pitchFamily="34" charset="0"/>
              </a:rPr>
              <a:t>, the outputs of all the clocked chips in the architecture commit to the new values</a:t>
            </a:r>
          </a:p>
          <a:p>
            <a:pPr algn="l" rtl="0">
              <a:spcBef>
                <a:spcPct val="80000"/>
              </a:spcBef>
              <a:buClr>
                <a:srgbClr val="006600"/>
              </a:buClr>
              <a:buSzPct val="110000"/>
              <a:buFont typeface="Wingdings" pitchFamily="2" charset="2"/>
              <a:buChar char="§"/>
            </a:pPr>
            <a:r>
              <a:rPr lang="en-US" altLang="en-US" sz="1600">
                <a:latin typeface="Arial" panose="020B0604020202020204" pitchFamily="34" charset="0"/>
              </a:rPr>
              <a:t>In a real computer, the clock is implemented by an oscillator; in simulators, clock cycles can be simulated either manually by the user, or repeatedly by a test script.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68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68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8"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5AA91DE-D58F-BD46-9164-767587778DD3}"/>
              </a:ext>
            </a:extLst>
          </p:cNvPr>
          <p:cNvSpPr>
            <a:spLocks noGrp="1" noChangeArrowheads="1"/>
          </p:cNvSpPr>
          <p:nvPr>
            <p:ph type="title"/>
          </p:nvPr>
        </p:nvSpPr>
        <p:spPr/>
        <p:txBody>
          <a:bodyPr/>
          <a:lstStyle/>
          <a:p>
            <a:r>
              <a:rPr lang="en-US" altLang="en-US"/>
              <a:t>The D-Flip-Flop (DFF) Gate</a:t>
            </a:r>
          </a:p>
        </p:txBody>
      </p:sp>
      <p:sp>
        <p:nvSpPr>
          <p:cNvPr id="77832" name="Rectangle 8">
            <a:extLst>
              <a:ext uri="{FF2B5EF4-FFF2-40B4-BE49-F238E27FC236}">
                <a16:creationId xmlns:a16="http://schemas.microsoft.com/office/drawing/2014/main" id="{2A234981-AA38-F941-B200-CD96ED7865B1}"/>
              </a:ext>
            </a:extLst>
          </p:cNvPr>
          <p:cNvSpPr>
            <a:spLocks noChangeArrowheads="1"/>
          </p:cNvSpPr>
          <p:nvPr/>
        </p:nvSpPr>
        <p:spPr bwMode="auto">
          <a:xfrm>
            <a:off x="4953000" y="838200"/>
            <a:ext cx="36576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25000"/>
              <a:buFont typeface="Wingdings" pitchFamily="2" charset="2"/>
              <a:buNone/>
            </a:pPr>
            <a:r>
              <a:rPr lang="en-US" altLang="en-US" sz="1800" u="sng">
                <a:latin typeface="Arial" panose="020B0604020202020204" pitchFamily="34" charset="0"/>
              </a:rPr>
              <a:t>Clocked chips</a:t>
            </a:r>
          </a:p>
          <a:p>
            <a:pPr algn="l" rtl="0">
              <a:spcBef>
                <a:spcPct val="40000"/>
              </a:spcBef>
              <a:buClr>
                <a:srgbClr val="006600"/>
              </a:buClr>
              <a:buSzPct val="125000"/>
              <a:buFont typeface="Wingdings" pitchFamily="2" charset="2"/>
              <a:buChar char="§"/>
            </a:pPr>
            <a:r>
              <a:rPr lang="en-US" altLang="en-US" sz="1800">
                <a:latin typeface="Arial" panose="020B0604020202020204" pitchFamily="34" charset="0"/>
              </a:rPr>
              <a:t>Clocked chips include registers, RAM devices, counters, and the CPU</a:t>
            </a:r>
          </a:p>
          <a:p>
            <a:pPr algn="l" rtl="0">
              <a:spcBef>
                <a:spcPct val="40000"/>
              </a:spcBef>
              <a:buClr>
                <a:srgbClr val="006600"/>
              </a:buClr>
              <a:buSzPct val="125000"/>
              <a:buFont typeface="Wingdings" pitchFamily="2" charset="2"/>
              <a:buChar char="§"/>
            </a:pPr>
            <a:r>
              <a:rPr lang="en-US" altLang="en-US" sz="1800">
                <a:latin typeface="Arial" panose="020B0604020202020204" pitchFamily="34" charset="0"/>
              </a:rPr>
              <a:t>The simulator knows that the loaded chip is clocked when one or more of its pins is declared “clocked”, or one or more of its parts (or sub-parts, recursively) is a clocked chip</a:t>
            </a:r>
          </a:p>
          <a:p>
            <a:pPr algn="l" rtl="0">
              <a:spcBef>
                <a:spcPct val="40000"/>
              </a:spcBef>
              <a:buClr>
                <a:srgbClr val="006600"/>
              </a:buClr>
              <a:buSzPct val="125000"/>
              <a:buFont typeface="Wingdings" pitchFamily="2" charset="2"/>
              <a:buChar char="§"/>
            </a:pPr>
            <a:r>
              <a:rPr lang="en-US" altLang="en-US" sz="1800">
                <a:latin typeface="Arial" panose="020B0604020202020204" pitchFamily="34" charset="0"/>
              </a:rPr>
              <a:t>In the hardware platform built in the book, all the clocked chips are based, directly or indirectly, on (many instances of) built-in DFF gates.</a:t>
            </a:r>
          </a:p>
        </p:txBody>
      </p:sp>
      <p:sp>
        <p:nvSpPr>
          <p:cNvPr id="77834" name="Text Box 10">
            <a:extLst>
              <a:ext uri="{FF2B5EF4-FFF2-40B4-BE49-F238E27FC236}">
                <a16:creationId xmlns:a16="http://schemas.microsoft.com/office/drawing/2014/main" id="{F18EC4A0-7834-D444-8982-DA825CE22CEB}"/>
              </a:ext>
            </a:extLst>
          </p:cNvPr>
          <p:cNvSpPr txBox="1">
            <a:spLocks noChangeArrowheads="1"/>
          </p:cNvSpPr>
          <p:nvPr/>
        </p:nvSpPr>
        <p:spPr bwMode="auto">
          <a:xfrm>
            <a:off x="457200" y="838200"/>
            <a:ext cx="3962400" cy="29718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190800" rIns="93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Data Flip-flop:</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  out(t)=in(t-1) </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  where t is the time unit. </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CHIP DFF {</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IN in;</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OUT out;</a:t>
            </a:r>
          </a:p>
          <a:p>
            <a:pPr algn="l" rtl="0">
              <a:lnSpc>
                <a:spcPct val="50000"/>
              </a:lnSpc>
              <a:spcBef>
                <a:spcPct val="50000"/>
              </a:spcBef>
            </a:pPr>
            <a:endParaRPr lang="en-US" altLang="en-US" sz="1600" b="1">
              <a:latin typeface="Courier New" panose="02070309020205020404" pitchFamily="49" charset="0"/>
              <a:cs typeface="Courier New" panose="02070309020205020404" pitchFamily="49" charset="0"/>
            </a:endParaRP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BUILTIN DFF;</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    </a:t>
            </a:r>
            <a:r>
              <a:rPr lang="en-US" altLang="en-US" sz="1600" b="1">
                <a:solidFill>
                  <a:srgbClr val="993300"/>
                </a:solidFill>
                <a:latin typeface="Courier New" panose="02070309020205020404" pitchFamily="49" charset="0"/>
                <a:cs typeface="Courier New" panose="02070309020205020404" pitchFamily="49" charset="0"/>
              </a:rPr>
              <a:t>CLOCKED in, out;</a:t>
            </a:r>
          </a:p>
          <a:p>
            <a:pPr algn="l" rtl="0">
              <a:lnSpc>
                <a:spcPct val="50000"/>
              </a:lnSpc>
              <a:spcBef>
                <a:spcPct val="50000"/>
              </a:spcBef>
            </a:pPr>
            <a:r>
              <a:rPr lang="en-US" altLang="en-US" sz="1600" b="1">
                <a:latin typeface="Courier New" panose="02070309020205020404" pitchFamily="49" charset="0"/>
                <a:cs typeface="Courier New" panose="02070309020205020404" pitchFamily="49" charset="0"/>
              </a:rPr>
              <a:t>}</a:t>
            </a:r>
          </a:p>
        </p:txBody>
      </p:sp>
      <p:sp>
        <p:nvSpPr>
          <p:cNvPr id="77829" name="AutoShape 5">
            <a:extLst>
              <a:ext uri="{FF2B5EF4-FFF2-40B4-BE49-F238E27FC236}">
                <a16:creationId xmlns:a16="http://schemas.microsoft.com/office/drawing/2014/main" id="{6F89EB4B-7B4E-7E4A-B423-B1088FD3D590}"/>
              </a:ext>
            </a:extLst>
          </p:cNvPr>
          <p:cNvSpPr>
            <a:spLocks noChangeArrowheads="1"/>
          </p:cNvSpPr>
          <p:nvPr/>
        </p:nvSpPr>
        <p:spPr bwMode="auto">
          <a:xfrm>
            <a:off x="609600" y="4343400"/>
            <a:ext cx="3886200" cy="1600200"/>
          </a:xfrm>
          <a:prstGeom prst="wedgeRoundRectCallout">
            <a:avLst>
              <a:gd name="adj1" fmla="val -24222"/>
              <a:gd name="adj2" fmla="val -4801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tIns="154800"/>
          <a:lstStyle>
            <a:lvl1pPr marL="290513" indent="-193675" algn="r" rtl="1">
              <a:defRPr sz="2400">
                <a:solidFill>
                  <a:schemeClr val="tx1"/>
                </a:solidFill>
                <a:latin typeface="Times New Roman" panose="02020603050405020304" pitchFamily="18" charset="0"/>
                <a:cs typeface="Times New Roman (Hebrew)" panose="02020603050405020304" pitchFamily="18" charset="0"/>
              </a:defRPr>
            </a:lvl1pPr>
            <a:lvl2pPr marL="481013"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400" u="sng">
                <a:solidFill>
                  <a:srgbClr val="993300"/>
                </a:solidFill>
                <a:latin typeface="Arial" panose="020B0604020202020204" pitchFamily="34" charset="0"/>
              </a:rPr>
              <a:t>DFF</a:t>
            </a:r>
            <a:r>
              <a:rPr lang="en-US" altLang="en-US" sz="1400" u="sng">
                <a:latin typeface="Arial" panose="020B0604020202020204" pitchFamily="34" charset="0"/>
              </a:rPr>
              <a:t>:</a:t>
            </a:r>
          </a:p>
          <a:p>
            <a:pPr algn="l" rtl="0">
              <a:spcBef>
                <a:spcPct val="40000"/>
              </a:spcBef>
              <a:buClr>
                <a:srgbClr val="006600"/>
              </a:buClr>
              <a:buSzPct val="110000"/>
              <a:buFont typeface="Wingdings" pitchFamily="2" charset="2"/>
              <a:buChar char="§"/>
            </a:pPr>
            <a:r>
              <a:rPr lang="en-US" altLang="en-US" sz="1400">
                <a:latin typeface="Arial" panose="020B0604020202020204" pitchFamily="34" charset="0"/>
              </a:rPr>
              <a:t>A primitive memory gate that can “remember” a state over clock cycles</a:t>
            </a:r>
          </a:p>
          <a:p>
            <a:pPr algn="l" rtl="0">
              <a:spcBef>
                <a:spcPct val="40000"/>
              </a:spcBef>
              <a:buClr>
                <a:srgbClr val="006600"/>
              </a:buClr>
              <a:buSzPct val="110000"/>
              <a:buFont typeface="Wingdings" pitchFamily="2" charset="2"/>
              <a:buChar char="§"/>
            </a:pPr>
            <a:r>
              <a:rPr lang="en-US" altLang="en-US" sz="1400">
                <a:latin typeface="Arial" panose="020B0604020202020204" pitchFamily="34" charset="0"/>
              </a:rPr>
              <a:t>Can serve as the basic building block of all the clocked chips in a computer.</a:t>
            </a:r>
          </a:p>
          <a:p>
            <a:pPr algn="l" rtl="0">
              <a:spcBef>
                <a:spcPct val="40000"/>
              </a:spcBef>
              <a:buClr>
                <a:srgbClr val="006600"/>
              </a:buClr>
              <a:buSzPct val="110000"/>
              <a:buFont typeface="Wingdings" pitchFamily="2" charset="2"/>
              <a:buChar char="§"/>
            </a:pPr>
            <a:endParaRPr lang="en-US" altLang="en-US" sz="14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782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78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2" grpId="0" autoUpdateAnimBg="0"/>
      <p:bldP spid="77829"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83" name="Picture 19">
            <a:extLst>
              <a:ext uri="{FF2B5EF4-FFF2-40B4-BE49-F238E27FC236}">
                <a16:creationId xmlns:a16="http://schemas.microsoft.com/office/drawing/2014/main" id="{319D07C4-7F53-3340-9438-86975AD635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656"/>
          <a:stretch>
            <a:fillRect/>
          </a:stretch>
        </p:blipFill>
        <p:spPr bwMode="auto">
          <a:xfrm>
            <a:off x="457200" y="762000"/>
            <a:ext cx="8229600" cy="57912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9278" name="AutoShape 14">
            <a:extLst>
              <a:ext uri="{FF2B5EF4-FFF2-40B4-BE49-F238E27FC236}">
                <a16:creationId xmlns:a16="http://schemas.microsoft.com/office/drawing/2014/main" id="{768AC75E-D65D-9445-9E3B-54729C656E84}"/>
              </a:ext>
            </a:extLst>
          </p:cNvPr>
          <p:cNvSpPr>
            <a:spLocks noChangeArrowheads="1"/>
          </p:cNvSpPr>
          <p:nvPr/>
        </p:nvSpPr>
        <p:spPr bwMode="auto">
          <a:xfrm>
            <a:off x="5105400" y="4038600"/>
            <a:ext cx="3429000" cy="1600200"/>
          </a:xfrm>
          <a:prstGeom prst="wedgeRoundRectCallout">
            <a:avLst>
              <a:gd name="adj1" fmla="val -11296"/>
              <a:gd name="adj2" fmla="val -116171"/>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spcBef>
                <a:spcPct val="60000"/>
              </a:spcBef>
            </a:pPr>
            <a:r>
              <a:rPr lang="en-US" altLang="en-US" sz="1600">
                <a:solidFill>
                  <a:schemeClr val="tx1"/>
                </a:solidFill>
              </a:rPr>
              <a:t>Since this built-in chip also happens to be GUI- empowered, the simulator displays its GUI</a:t>
            </a:r>
          </a:p>
          <a:p>
            <a:pPr algn="l">
              <a:spcBef>
                <a:spcPct val="60000"/>
              </a:spcBef>
            </a:pPr>
            <a:r>
              <a:rPr lang="en-US" altLang="en-US" sz="1600">
                <a:solidFill>
                  <a:schemeClr val="tx1"/>
                </a:solidFill>
              </a:rPr>
              <a:t>(More about GUI-empowered chips, soon)</a:t>
            </a:r>
          </a:p>
        </p:txBody>
      </p:sp>
      <p:sp>
        <p:nvSpPr>
          <p:cNvPr id="139280" name="Rectangle 16">
            <a:extLst>
              <a:ext uri="{FF2B5EF4-FFF2-40B4-BE49-F238E27FC236}">
                <a16:creationId xmlns:a16="http://schemas.microsoft.com/office/drawing/2014/main" id="{12FEE020-3E04-7240-A364-39BF222D7647}"/>
              </a:ext>
            </a:extLst>
          </p:cNvPr>
          <p:cNvSpPr>
            <a:spLocks noChangeArrowheads="1"/>
          </p:cNvSpPr>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marL="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9144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1371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18288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a:solidFill>
                  <a:schemeClr val="tx2"/>
                </a:solidFill>
                <a:latin typeface="Arial" panose="020B0604020202020204" pitchFamily="34" charset="0"/>
                <a:cs typeface="Arial" panose="020B0604020202020204" pitchFamily="34" charset="0"/>
              </a:rPr>
              <a:t>Simulating Clocked Chips</a:t>
            </a:r>
          </a:p>
        </p:txBody>
      </p:sp>
      <p:sp>
        <p:nvSpPr>
          <p:cNvPr id="139281" name="AutoShape 17">
            <a:extLst>
              <a:ext uri="{FF2B5EF4-FFF2-40B4-BE49-F238E27FC236}">
                <a16:creationId xmlns:a16="http://schemas.microsoft.com/office/drawing/2014/main" id="{49E02BAA-EE8E-0F42-BE7A-A942793A093C}"/>
              </a:ext>
            </a:extLst>
          </p:cNvPr>
          <p:cNvSpPr>
            <a:spLocks noChangeArrowheads="1"/>
          </p:cNvSpPr>
          <p:nvPr/>
        </p:nvSpPr>
        <p:spPr bwMode="auto">
          <a:xfrm>
            <a:off x="2667000" y="4953000"/>
            <a:ext cx="1143000" cy="1447800"/>
          </a:xfrm>
          <a:prstGeom prst="wedgeRoundRectCallout">
            <a:avLst>
              <a:gd name="adj1" fmla="val -92778"/>
              <a:gd name="adj2" fmla="val 987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a:solidFill>
                  <a:schemeClr val="tx1"/>
                </a:solidFill>
              </a:rPr>
              <a:t>A built-in, clocked chip (</a:t>
            </a:r>
            <a:r>
              <a:rPr lang="en-US" altLang="en-US" sz="1600" b="1">
                <a:solidFill>
                  <a:srgbClr val="003399"/>
                </a:solidFill>
                <a:latin typeface="Courier New" panose="02070309020205020404" pitchFamily="49" charset="0"/>
                <a:cs typeface="Courier New" panose="02070309020205020404" pitchFamily="49" charset="0"/>
              </a:rPr>
              <a:t>RAM8</a:t>
            </a:r>
            <a:r>
              <a:rPr lang="en-US" altLang="en-US" sz="1600">
                <a:solidFill>
                  <a:schemeClr val="tx1"/>
                </a:solidFill>
              </a:rPr>
              <a:t>) is loaded</a:t>
            </a:r>
          </a:p>
        </p:txBody>
      </p:sp>
      <p:sp>
        <p:nvSpPr>
          <p:cNvPr id="139282" name="AutoShape 18">
            <a:extLst>
              <a:ext uri="{FF2B5EF4-FFF2-40B4-BE49-F238E27FC236}">
                <a16:creationId xmlns:a16="http://schemas.microsoft.com/office/drawing/2014/main" id="{143F0D1F-56DF-304C-A1A2-AA21067BB095}"/>
              </a:ext>
            </a:extLst>
          </p:cNvPr>
          <p:cNvSpPr>
            <a:spLocks noChangeArrowheads="1"/>
          </p:cNvSpPr>
          <p:nvPr/>
        </p:nvSpPr>
        <p:spPr bwMode="auto">
          <a:xfrm>
            <a:off x="2057400" y="1600200"/>
            <a:ext cx="5562600" cy="2895600"/>
          </a:xfrm>
          <a:prstGeom prst="roundRect">
            <a:avLst>
              <a:gd name="adj" fmla="val 16667"/>
            </a:avLst>
          </a:prstGeom>
          <a:solidFill>
            <a:srgbClr val="FFFFC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50000"/>
              </a:spcBef>
            </a:pPr>
            <a:r>
              <a:rPr lang="en-US" altLang="en-US" sz="1800">
                <a:latin typeface="Arial" panose="020B0604020202020204" pitchFamily="34" charset="0"/>
                <a:cs typeface="Arial" panose="020B0604020202020204" pitchFamily="34" charset="0"/>
              </a:rPr>
              <a:t>Clocked (sequential) chips are clock-regulated.</a:t>
            </a:r>
          </a:p>
          <a:p>
            <a:pPr algn="l" rtl="0">
              <a:spcBef>
                <a:spcPct val="50000"/>
              </a:spcBef>
            </a:pPr>
            <a:r>
              <a:rPr lang="en-US" altLang="en-US" sz="1800">
                <a:latin typeface="Arial" panose="020B0604020202020204" pitchFamily="34" charset="0"/>
                <a:cs typeface="Arial" panose="020B0604020202020204" pitchFamily="34" charset="0"/>
              </a:rPr>
              <a:t>Therefore, the standard way to test a clocked chip is to set its input pins to some values (as with combinational chips), simulate the progression of the clock, and watch how the chip logic responds to the ticks and the tocks.</a:t>
            </a:r>
          </a:p>
          <a:p>
            <a:pPr algn="l" rtl="0">
              <a:spcBef>
                <a:spcPct val="50000"/>
              </a:spcBef>
            </a:pPr>
            <a:r>
              <a:rPr lang="en-US" altLang="en-US" sz="1800">
                <a:latin typeface="Arial" panose="020B0604020202020204" pitchFamily="34" charset="0"/>
                <a:cs typeface="Arial" panose="020B0604020202020204" pitchFamily="34" charset="0"/>
              </a:rPr>
              <a:t>For example, consider the simulation of an 8-word random-access memory chip (RAM8).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9282"/>
                                        </p:tgtEl>
                                        <p:attrNameLst>
                                          <p:attrName>style.visibility</p:attrName>
                                        </p:attrNameLst>
                                      </p:cBhvr>
                                      <p:to>
                                        <p:strVal val="visible"/>
                                      </p:to>
                                    </p:set>
                                  </p:childTnLst>
                                  <p:subTnLst>
                                    <p:set>
                                      <p:cBhvr override="childStyle">
                                        <p:cTn dur="1" fill="hold" display="0" masterRel="nextClick" afterEffect="1"/>
                                        <p:tgtEl>
                                          <p:spTgt spid="13928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928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9278"/>
                                        </p:tgtEl>
                                        <p:attrNameLst>
                                          <p:attrName>style.visibility</p:attrName>
                                        </p:attrNameLst>
                                      </p:cBhvr>
                                      <p:to>
                                        <p:strVal val="visible"/>
                                      </p:to>
                                    </p:set>
                                  </p:childTnLst>
                                  <p:subTnLst>
                                    <p:set>
                                      <p:cBhvr override="childStyle">
                                        <p:cTn dur="1" fill="hold" display="0" masterRel="nextClick" afterEffect="1"/>
                                        <p:tgtEl>
                                          <p:spTgt spid="13927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78" grpId="0" animBg="1" autoUpdateAnimBg="0"/>
      <p:bldP spid="139281" grpId="0" animBg="1" autoUpdateAnimBg="0"/>
      <p:bldP spid="139282"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5419" name="Picture 11">
            <a:extLst>
              <a:ext uri="{FF2B5EF4-FFF2-40B4-BE49-F238E27FC236}">
                <a16:creationId xmlns:a16="http://schemas.microsoft.com/office/drawing/2014/main" id="{DBD19232-F504-4041-9E69-EA5FCE7B63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160"/>
          <a:stretch>
            <a:fillRect/>
          </a:stretch>
        </p:blipFill>
        <p:spPr bwMode="auto">
          <a:xfrm>
            <a:off x="457200" y="762000"/>
            <a:ext cx="8229600" cy="57912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5411" name="Oval 3">
            <a:extLst>
              <a:ext uri="{FF2B5EF4-FFF2-40B4-BE49-F238E27FC236}">
                <a16:creationId xmlns:a16="http://schemas.microsoft.com/office/drawing/2014/main" id="{5B98FA41-6C0B-E347-9466-7F173E98E680}"/>
              </a:ext>
            </a:extLst>
          </p:cNvPr>
          <p:cNvSpPr>
            <a:spLocks noChangeArrowheads="1"/>
          </p:cNvSpPr>
          <p:nvPr/>
        </p:nvSpPr>
        <p:spPr bwMode="auto">
          <a:xfrm>
            <a:off x="457200" y="2133600"/>
            <a:ext cx="2209800" cy="8382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5412" name="AutoShape 4">
            <a:extLst>
              <a:ext uri="{FF2B5EF4-FFF2-40B4-BE49-F238E27FC236}">
                <a16:creationId xmlns:a16="http://schemas.microsoft.com/office/drawing/2014/main" id="{4F329C3C-3E7B-9643-937A-CDAF6C517CC9}"/>
              </a:ext>
            </a:extLst>
          </p:cNvPr>
          <p:cNvSpPr>
            <a:spLocks noChangeArrowheads="1"/>
          </p:cNvSpPr>
          <p:nvPr/>
        </p:nvSpPr>
        <p:spPr bwMode="auto">
          <a:xfrm>
            <a:off x="2133600" y="3048000"/>
            <a:ext cx="1676400" cy="1447800"/>
          </a:xfrm>
          <a:prstGeom prst="wedgeRoundRectCallout">
            <a:avLst>
              <a:gd name="adj1" fmla="val -77556"/>
              <a:gd name="adj2" fmla="val -59431"/>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u="sng">
                <a:solidFill>
                  <a:schemeClr val="tx1"/>
                </a:solidFill>
              </a:rPr>
              <a:t>1. User:</a:t>
            </a:r>
            <a:r>
              <a:rPr lang="en-US" altLang="en-US" sz="1600">
                <a:solidFill>
                  <a:schemeClr val="tx1"/>
                </a:solidFill>
              </a:rPr>
              <a:t> enters some input values and clicks the clock icon once (</a:t>
            </a:r>
            <a:r>
              <a:rPr lang="en-US" altLang="en-US" sz="1600" i="1">
                <a:solidFill>
                  <a:schemeClr val="tx1"/>
                </a:solidFill>
              </a:rPr>
              <a:t>tick</a:t>
            </a:r>
            <a:r>
              <a:rPr lang="en-US" altLang="en-US" sz="1600">
                <a:solidFill>
                  <a:schemeClr val="tx1"/>
                </a:solidFill>
              </a:rPr>
              <a:t>)</a:t>
            </a:r>
          </a:p>
        </p:txBody>
      </p:sp>
      <p:sp>
        <p:nvSpPr>
          <p:cNvPr id="145414" name="Oval 6">
            <a:extLst>
              <a:ext uri="{FF2B5EF4-FFF2-40B4-BE49-F238E27FC236}">
                <a16:creationId xmlns:a16="http://schemas.microsoft.com/office/drawing/2014/main" id="{D98435DA-878F-A641-91A2-850237CE7652}"/>
              </a:ext>
            </a:extLst>
          </p:cNvPr>
          <p:cNvSpPr>
            <a:spLocks noChangeArrowheads="1"/>
          </p:cNvSpPr>
          <p:nvPr/>
        </p:nvSpPr>
        <p:spPr bwMode="auto">
          <a:xfrm>
            <a:off x="2590800" y="1066800"/>
            <a:ext cx="457200" cy="5334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5416" name="AutoShape 8">
            <a:extLst>
              <a:ext uri="{FF2B5EF4-FFF2-40B4-BE49-F238E27FC236}">
                <a16:creationId xmlns:a16="http://schemas.microsoft.com/office/drawing/2014/main" id="{2DE871BA-FD60-0442-AD29-15814F5DC1B6}"/>
              </a:ext>
            </a:extLst>
          </p:cNvPr>
          <p:cNvSpPr>
            <a:spLocks noChangeArrowheads="1"/>
          </p:cNvSpPr>
          <p:nvPr/>
        </p:nvSpPr>
        <p:spPr bwMode="auto">
          <a:xfrm>
            <a:off x="2667000" y="4953000"/>
            <a:ext cx="1143000" cy="1447800"/>
          </a:xfrm>
          <a:prstGeom prst="wedgeRoundRectCallout">
            <a:avLst>
              <a:gd name="adj1" fmla="val -92778"/>
              <a:gd name="adj2" fmla="val 987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a:solidFill>
                  <a:schemeClr val="tx1"/>
                </a:solidFill>
              </a:rPr>
              <a:t>A built-in, clocked chip (</a:t>
            </a:r>
            <a:r>
              <a:rPr lang="en-US" altLang="en-US" sz="1600" b="1">
                <a:solidFill>
                  <a:srgbClr val="003399"/>
                </a:solidFill>
                <a:latin typeface="Courier New" panose="02070309020205020404" pitchFamily="49" charset="0"/>
                <a:cs typeface="Courier New" panose="02070309020205020404" pitchFamily="49" charset="0"/>
              </a:rPr>
              <a:t>RAM8</a:t>
            </a:r>
            <a:r>
              <a:rPr lang="en-US" altLang="en-US" sz="1600">
                <a:solidFill>
                  <a:schemeClr val="tx1"/>
                </a:solidFill>
              </a:rPr>
              <a:t>) is loaded</a:t>
            </a:r>
          </a:p>
        </p:txBody>
      </p:sp>
      <p:sp>
        <p:nvSpPr>
          <p:cNvPr id="145417" name="Rectangle 9">
            <a:extLst>
              <a:ext uri="{FF2B5EF4-FFF2-40B4-BE49-F238E27FC236}">
                <a16:creationId xmlns:a16="http://schemas.microsoft.com/office/drawing/2014/main" id="{A9516D09-375E-1845-91D7-F8B71BF0F299}"/>
              </a:ext>
            </a:extLst>
          </p:cNvPr>
          <p:cNvSpPr>
            <a:spLocks noChangeArrowheads="1"/>
          </p:cNvSpPr>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marL="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9144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1371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18288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a:solidFill>
                  <a:schemeClr val="tx2"/>
                </a:solidFill>
                <a:latin typeface="Arial" panose="020B0604020202020204" pitchFamily="34" charset="0"/>
                <a:cs typeface="Arial" panose="020B0604020202020204" pitchFamily="34" charset="0"/>
              </a:rPr>
              <a:t>Simulating Clocked Chips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54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90" name="Picture 30">
            <a:extLst>
              <a:ext uri="{FF2B5EF4-FFF2-40B4-BE49-F238E27FC236}">
                <a16:creationId xmlns:a16="http://schemas.microsoft.com/office/drawing/2014/main" id="{6B1239F2-43B8-0E47-BC4D-1DDE2AAA50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292"/>
          <a:stretch>
            <a:fillRect/>
          </a:stretch>
        </p:blipFill>
        <p:spPr bwMode="auto">
          <a:xfrm>
            <a:off x="457200" y="762000"/>
            <a:ext cx="8229600" cy="5722938"/>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3380" name="Oval 20">
            <a:extLst>
              <a:ext uri="{FF2B5EF4-FFF2-40B4-BE49-F238E27FC236}">
                <a16:creationId xmlns:a16="http://schemas.microsoft.com/office/drawing/2014/main" id="{7F264437-7FC8-4146-A1F5-F91A4CFD9D12}"/>
              </a:ext>
            </a:extLst>
          </p:cNvPr>
          <p:cNvSpPr>
            <a:spLocks noChangeArrowheads="1"/>
          </p:cNvSpPr>
          <p:nvPr/>
        </p:nvSpPr>
        <p:spPr bwMode="auto">
          <a:xfrm>
            <a:off x="457200" y="2133600"/>
            <a:ext cx="2209800" cy="8382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4" name="AutoShape 24">
            <a:extLst>
              <a:ext uri="{FF2B5EF4-FFF2-40B4-BE49-F238E27FC236}">
                <a16:creationId xmlns:a16="http://schemas.microsoft.com/office/drawing/2014/main" id="{15F4986F-7DE6-A549-886C-A67EFEDFB278}"/>
              </a:ext>
            </a:extLst>
          </p:cNvPr>
          <p:cNvSpPr>
            <a:spLocks noChangeArrowheads="1"/>
          </p:cNvSpPr>
          <p:nvPr/>
        </p:nvSpPr>
        <p:spPr bwMode="auto">
          <a:xfrm>
            <a:off x="2133600" y="3048000"/>
            <a:ext cx="1676400" cy="1447800"/>
          </a:xfrm>
          <a:prstGeom prst="wedgeRoundRectCallout">
            <a:avLst>
              <a:gd name="adj1" fmla="val -77556"/>
              <a:gd name="adj2" fmla="val -59431"/>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u="sng">
                <a:solidFill>
                  <a:schemeClr val="tx1"/>
                </a:solidFill>
              </a:rPr>
              <a:t>1. User:</a:t>
            </a:r>
            <a:r>
              <a:rPr lang="en-US" altLang="en-US" sz="1600">
                <a:solidFill>
                  <a:schemeClr val="tx1"/>
                </a:solidFill>
              </a:rPr>
              <a:t> enters some input values and clicks the clock icon once (</a:t>
            </a:r>
            <a:r>
              <a:rPr lang="en-US" altLang="en-US" sz="1600" i="1">
                <a:solidFill>
                  <a:schemeClr val="tx1"/>
                </a:solidFill>
              </a:rPr>
              <a:t>tick</a:t>
            </a:r>
            <a:r>
              <a:rPr lang="en-US" altLang="en-US" sz="1600">
                <a:solidFill>
                  <a:schemeClr val="tx1"/>
                </a:solidFill>
              </a:rPr>
              <a:t>)</a:t>
            </a:r>
          </a:p>
        </p:txBody>
      </p:sp>
      <p:sp>
        <p:nvSpPr>
          <p:cNvPr id="143385" name="AutoShape 25">
            <a:extLst>
              <a:ext uri="{FF2B5EF4-FFF2-40B4-BE49-F238E27FC236}">
                <a16:creationId xmlns:a16="http://schemas.microsoft.com/office/drawing/2014/main" id="{A9CB2C32-8407-E347-9CA8-6FC2DFBE7912}"/>
              </a:ext>
            </a:extLst>
          </p:cNvPr>
          <p:cNvSpPr>
            <a:spLocks noChangeArrowheads="1"/>
          </p:cNvSpPr>
          <p:nvPr/>
        </p:nvSpPr>
        <p:spPr bwMode="auto">
          <a:xfrm>
            <a:off x="2667000" y="4953000"/>
            <a:ext cx="1143000" cy="1447800"/>
          </a:xfrm>
          <a:prstGeom prst="wedgeRoundRectCallout">
            <a:avLst>
              <a:gd name="adj1" fmla="val -92778"/>
              <a:gd name="adj2" fmla="val 987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a:solidFill>
                  <a:schemeClr val="tx1"/>
                </a:solidFill>
              </a:rPr>
              <a:t>A built-in, clocked chip (</a:t>
            </a:r>
            <a:r>
              <a:rPr lang="en-US" altLang="en-US" sz="1600" b="1">
                <a:solidFill>
                  <a:srgbClr val="003399"/>
                </a:solidFill>
                <a:latin typeface="Courier New" panose="02070309020205020404" pitchFamily="49" charset="0"/>
                <a:cs typeface="Courier New" panose="02070309020205020404" pitchFamily="49" charset="0"/>
              </a:rPr>
              <a:t>RAM8</a:t>
            </a:r>
            <a:r>
              <a:rPr lang="en-US" altLang="en-US" sz="1600">
                <a:solidFill>
                  <a:schemeClr val="tx1"/>
                </a:solidFill>
              </a:rPr>
              <a:t>) is loaded</a:t>
            </a:r>
          </a:p>
        </p:txBody>
      </p:sp>
      <p:sp>
        <p:nvSpPr>
          <p:cNvPr id="143386" name="Rectangle 26">
            <a:extLst>
              <a:ext uri="{FF2B5EF4-FFF2-40B4-BE49-F238E27FC236}">
                <a16:creationId xmlns:a16="http://schemas.microsoft.com/office/drawing/2014/main" id="{B21B01CA-9F86-9B44-967A-6793FD70C3DD}"/>
              </a:ext>
            </a:extLst>
          </p:cNvPr>
          <p:cNvSpPr>
            <a:spLocks noChangeArrowheads="1"/>
          </p:cNvSpPr>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marL="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9144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1371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18288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a:solidFill>
                  <a:schemeClr val="tx2"/>
                </a:solidFill>
                <a:latin typeface="Arial" panose="020B0604020202020204" pitchFamily="34" charset="0"/>
                <a:cs typeface="Arial" panose="020B0604020202020204" pitchFamily="34" charset="0"/>
              </a:rPr>
              <a:t>Simulating Clocked Chips</a:t>
            </a:r>
          </a:p>
        </p:txBody>
      </p:sp>
      <p:grpSp>
        <p:nvGrpSpPr>
          <p:cNvPr id="143393" name="Group 33">
            <a:extLst>
              <a:ext uri="{FF2B5EF4-FFF2-40B4-BE49-F238E27FC236}">
                <a16:creationId xmlns:a16="http://schemas.microsoft.com/office/drawing/2014/main" id="{51E8DE66-9FC5-FB42-84DF-B98F66891112}"/>
              </a:ext>
            </a:extLst>
          </p:cNvPr>
          <p:cNvGrpSpPr>
            <a:grpSpLocks/>
          </p:cNvGrpSpPr>
          <p:nvPr/>
        </p:nvGrpSpPr>
        <p:grpSpPr bwMode="auto">
          <a:xfrm>
            <a:off x="4267200" y="2362200"/>
            <a:ext cx="3886200" cy="3276600"/>
            <a:chOff x="2688" y="1488"/>
            <a:chExt cx="2448" cy="2064"/>
          </a:xfrm>
        </p:grpSpPr>
        <p:grpSp>
          <p:nvGrpSpPr>
            <p:cNvPr id="143387" name="Group 27">
              <a:extLst>
                <a:ext uri="{FF2B5EF4-FFF2-40B4-BE49-F238E27FC236}">
                  <a16:creationId xmlns:a16="http://schemas.microsoft.com/office/drawing/2014/main" id="{7E2F3ED3-B850-F448-967A-0B01FAF061EC}"/>
                </a:ext>
              </a:extLst>
            </p:cNvPr>
            <p:cNvGrpSpPr>
              <a:grpSpLocks/>
            </p:cNvGrpSpPr>
            <p:nvPr/>
          </p:nvGrpSpPr>
          <p:grpSpPr bwMode="auto">
            <a:xfrm>
              <a:off x="3360" y="1488"/>
              <a:ext cx="1776" cy="2064"/>
              <a:chOff x="3360" y="1488"/>
              <a:chExt cx="1776" cy="2064"/>
            </a:xfrm>
          </p:grpSpPr>
          <p:sp>
            <p:nvSpPr>
              <p:cNvPr id="143388" name="Oval 28">
                <a:extLst>
                  <a:ext uri="{FF2B5EF4-FFF2-40B4-BE49-F238E27FC236}">
                    <a16:creationId xmlns:a16="http://schemas.microsoft.com/office/drawing/2014/main" id="{1CAD5B9E-76E5-FE4E-B294-05EF9AF30250}"/>
                  </a:ext>
                </a:extLst>
              </p:cNvPr>
              <p:cNvSpPr>
                <a:spLocks noChangeArrowheads="1"/>
              </p:cNvSpPr>
              <p:nvPr/>
            </p:nvSpPr>
            <p:spPr bwMode="auto">
              <a:xfrm>
                <a:off x="3360" y="1488"/>
                <a:ext cx="1392" cy="336"/>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9" name="AutoShape 29">
                <a:extLst>
                  <a:ext uri="{FF2B5EF4-FFF2-40B4-BE49-F238E27FC236}">
                    <a16:creationId xmlns:a16="http://schemas.microsoft.com/office/drawing/2014/main" id="{F7AFFCF0-4A3C-E443-8E38-7EEEE0631513}"/>
                  </a:ext>
                </a:extLst>
              </p:cNvPr>
              <p:cNvSpPr>
                <a:spLocks noChangeArrowheads="1"/>
              </p:cNvSpPr>
              <p:nvPr/>
            </p:nvSpPr>
            <p:spPr bwMode="auto">
              <a:xfrm>
                <a:off x="3888" y="2304"/>
                <a:ext cx="1248" cy="1248"/>
              </a:xfrm>
              <a:prstGeom prst="wedgeRoundRectCallout">
                <a:avLst>
                  <a:gd name="adj1" fmla="val -27162"/>
                  <a:gd name="adj2" fmla="val -8701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u="sng">
                    <a:solidFill>
                      <a:schemeClr val="tx1"/>
                    </a:solidFill>
                  </a:rPr>
                  <a:t>2. Simulator:</a:t>
                </a:r>
                <a:r>
                  <a:rPr lang="en-US" altLang="en-US" sz="1600">
                    <a:solidFill>
                      <a:schemeClr val="tx1"/>
                    </a:solidFill>
                  </a:rPr>
                  <a:t> changes the internal state of the chip, but note that the chip’s output pin is not yet effected.</a:t>
                </a:r>
              </a:p>
            </p:txBody>
          </p:sp>
        </p:grpSp>
        <p:sp>
          <p:nvSpPr>
            <p:cNvPr id="143392" name="Line 32">
              <a:extLst>
                <a:ext uri="{FF2B5EF4-FFF2-40B4-BE49-F238E27FC236}">
                  <a16:creationId xmlns:a16="http://schemas.microsoft.com/office/drawing/2014/main" id="{FF8107CA-C833-8546-A558-CFDFAE10B6CB}"/>
                </a:ext>
              </a:extLst>
            </p:cNvPr>
            <p:cNvSpPr>
              <a:spLocks noChangeShapeType="1"/>
            </p:cNvSpPr>
            <p:nvPr/>
          </p:nvSpPr>
          <p:spPr bwMode="auto">
            <a:xfrm flipH="1" flipV="1">
              <a:off x="2688" y="1680"/>
              <a:ext cx="1248" cy="1536"/>
            </a:xfrm>
            <a:prstGeom prst="line">
              <a:avLst/>
            </a:prstGeom>
            <a:noFill/>
            <a:ln w="28575">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434" name="Picture 2">
            <a:extLst>
              <a:ext uri="{FF2B5EF4-FFF2-40B4-BE49-F238E27FC236}">
                <a16:creationId xmlns:a16="http://schemas.microsoft.com/office/drawing/2014/main" id="{815AC6A2-C2FA-1D46-8C2B-A8B20B83A2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333"/>
          <a:stretch>
            <a:fillRect/>
          </a:stretch>
        </p:blipFill>
        <p:spPr bwMode="auto">
          <a:xfrm>
            <a:off x="457200" y="762000"/>
            <a:ext cx="8229600" cy="57912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6447" name="Group 15">
            <a:extLst>
              <a:ext uri="{FF2B5EF4-FFF2-40B4-BE49-F238E27FC236}">
                <a16:creationId xmlns:a16="http://schemas.microsoft.com/office/drawing/2014/main" id="{0C1A0FE8-5665-8F4D-BB74-BAC409250F04}"/>
              </a:ext>
            </a:extLst>
          </p:cNvPr>
          <p:cNvGrpSpPr>
            <a:grpSpLocks/>
          </p:cNvGrpSpPr>
          <p:nvPr/>
        </p:nvGrpSpPr>
        <p:grpSpPr bwMode="auto">
          <a:xfrm>
            <a:off x="5334000" y="2362200"/>
            <a:ext cx="2819400" cy="3276600"/>
            <a:chOff x="3360" y="1488"/>
            <a:chExt cx="1776" cy="2064"/>
          </a:xfrm>
        </p:grpSpPr>
        <p:sp>
          <p:nvSpPr>
            <p:cNvPr id="146437" name="Oval 5">
              <a:extLst>
                <a:ext uri="{FF2B5EF4-FFF2-40B4-BE49-F238E27FC236}">
                  <a16:creationId xmlns:a16="http://schemas.microsoft.com/office/drawing/2014/main" id="{F856A7D7-1073-7341-AEFD-2525D24EC6ED}"/>
                </a:ext>
              </a:extLst>
            </p:cNvPr>
            <p:cNvSpPr>
              <a:spLocks noChangeArrowheads="1"/>
            </p:cNvSpPr>
            <p:nvPr/>
          </p:nvSpPr>
          <p:spPr bwMode="auto">
            <a:xfrm>
              <a:off x="3360" y="1488"/>
              <a:ext cx="1392" cy="336"/>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6438" name="AutoShape 6">
              <a:extLst>
                <a:ext uri="{FF2B5EF4-FFF2-40B4-BE49-F238E27FC236}">
                  <a16:creationId xmlns:a16="http://schemas.microsoft.com/office/drawing/2014/main" id="{9ACA84C9-2268-244F-843F-5B20514A21BB}"/>
                </a:ext>
              </a:extLst>
            </p:cNvPr>
            <p:cNvSpPr>
              <a:spLocks noChangeArrowheads="1"/>
            </p:cNvSpPr>
            <p:nvPr/>
          </p:nvSpPr>
          <p:spPr bwMode="auto">
            <a:xfrm>
              <a:off x="3888" y="2304"/>
              <a:ext cx="1248" cy="1248"/>
            </a:xfrm>
            <a:prstGeom prst="wedgeRoundRectCallout">
              <a:avLst>
                <a:gd name="adj1" fmla="val -27162"/>
                <a:gd name="adj2" fmla="val -8701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u="sng">
                  <a:solidFill>
                    <a:schemeClr val="tx1"/>
                  </a:solidFill>
                </a:rPr>
                <a:t>2. Simulator:</a:t>
              </a:r>
              <a:r>
                <a:rPr lang="en-US" altLang="en-US" sz="1600">
                  <a:solidFill>
                    <a:schemeClr val="tx1"/>
                  </a:solidFill>
                </a:rPr>
                <a:t> changes the internal state of the chip, but note that the chip’s output pin is not yet effected.</a:t>
              </a:r>
            </a:p>
          </p:txBody>
        </p:sp>
      </p:grpSp>
      <p:sp>
        <p:nvSpPr>
          <p:cNvPr id="146439" name="Oval 7">
            <a:extLst>
              <a:ext uri="{FF2B5EF4-FFF2-40B4-BE49-F238E27FC236}">
                <a16:creationId xmlns:a16="http://schemas.microsoft.com/office/drawing/2014/main" id="{F683DF6D-8D54-264A-91BD-42E4C3489F26}"/>
              </a:ext>
            </a:extLst>
          </p:cNvPr>
          <p:cNvSpPr>
            <a:spLocks noChangeArrowheads="1"/>
          </p:cNvSpPr>
          <p:nvPr/>
        </p:nvSpPr>
        <p:spPr bwMode="auto">
          <a:xfrm>
            <a:off x="457200" y="2133600"/>
            <a:ext cx="2209800" cy="8382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6442" name="AutoShape 10">
            <a:extLst>
              <a:ext uri="{FF2B5EF4-FFF2-40B4-BE49-F238E27FC236}">
                <a16:creationId xmlns:a16="http://schemas.microsoft.com/office/drawing/2014/main" id="{E696176F-26D4-214D-AA1E-43C928224AC2}"/>
              </a:ext>
            </a:extLst>
          </p:cNvPr>
          <p:cNvSpPr>
            <a:spLocks noChangeArrowheads="1"/>
          </p:cNvSpPr>
          <p:nvPr/>
        </p:nvSpPr>
        <p:spPr bwMode="auto">
          <a:xfrm>
            <a:off x="2133600" y="3048000"/>
            <a:ext cx="1676400" cy="1447800"/>
          </a:xfrm>
          <a:prstGeom prst="wedgeRoundRectCallout">
            <a:avLst>
              <a:gd name="adj1" fmla="val -77556"/>
              <a:gd name="adj2" fmla="val -59431"/>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u="sng">
                <a:solidFill>
                  <a:schemeClr val="tx1"/>
                </a:solidFill>
              </a:rPr>
              <a:t>1. User:</a:t>
            </a:r>
            <a:r>
              <a:rPr lang="en-US" altLang="en-US" sz="1600">
                <a:solidFill>
                  <a:schemeClr val="tx1"/>
                </a:solidFill>
              </a:rPr>
              <a:t> enters some input values and clicks the clock icon once (</a:t>
            </a:r>
            <a:r>
              <a:rPr lang="en-US" altLang="en-US" sz="1600" i="1">
                <a:solidFill>
                  <a:schemeClr val="tx1"/>
                </a:solidFill>
              </a:rPr>
              <a:t>tick</a:t>
            </a:r>
            <a:r>
              <a:rPr lang="en-US" altLang="en-US" sz="1600">
                <a:solidFill>
                  <a:schemeClr val="tx1"/>
                </a:solidFill>
              </a:rPr>
              <a:t>)</a:t>
            </a:r>
          </a:p>
        </p:txBody>
      </p:sp>
      <p:sp>
        <p:nvSpPr>
          <p:cNvPr id="146443" name="AutoShape 11">
            <a:extLst>
              <a:ext uri="{FF2B5EF4-FFF2-40B4-BE49-F238E27FC236}">
                <a16:creationId xmlns:a16="http://schemas.microsoft.com/office/drawing/2014/main" id="{1C3AEE31-E440-8942-A803-916B03ACAFC1}"/>
              </a:ext>
            </a:extLst>
          </p:cNvPr>
          <p:cNvSpPr>
            <a:spLocks noChangeArrowheads="1"/>
          </p:cNvSpPr>
          <p:nvPr/>
        </p:nvSpPr>
        <p:spPr bwMode="auto">
          <a:xfrm>
            <a:off x="4114800" y="838200"/>
            <a:ext cx="1676400" cy="990600"/>
          </a:xfrm>
          <a:prstGeom prst="wedgeRoundRectCallout">
            <a:avLst>
              <a:gd name="adj1" fmla="val -110699"/>
              <a:gd name="adj2" fmla="val -7852"/>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u="sng">
                <a:solidFill>
                  <a:schemeClr val="tx1"/>
                </a:solidFill>
              </a:rPr>
              <a:t>3. User:</a:t>
            </a:r>
            <a:r>
              <a:rPr lang="en-US" altLang="en-US" sz="1600">
                <a:solidFill>
                  <a:schemeClr val="tx1"/>
                </a:solidFill>
              </a:rPr>
              <a:t> clicks the clock icon again (</a:t>
            </a:r>
            <a:r>
              <a:rPr lang="en-US" altLang="en-US" sz="1600" i="1">
                <a:solidFill>
                  <a:schemeClr val="tx1"/>
                </a:solidFill>
              </a:rPr>
              <a:t>tock</a:t>
            </a:r>
            <a:r>
              <a:rPr lang="en-US" altLang="en-US" sz="1600">
                <a:solidFill>
                  <a:schemeClr val="tx1"/>
                </a:solidFill>
              </a:rPr>
              <a:t>)</a:t>
            </a:r>
          </a:p>
        </p:txBody>
      </p:sp>
      <p:sp>
        <p:nvSpPr>
          <p:cNvPr id="146445" name="AutoShape 13">
            <a:extLst>
              <a:ext uri="{FF2B5EF4-FFF2-40B4-BE49-F238E27FC236}">
                <a16:creationId xmlns:a16="http://schemas.microsoft.com/office/drawing/2014/main" id="{0A1AF039-C022-D247-83AB-81FCEDFDE641}"/>
              </a:ext>
            </a:extLst>
          </p:cNvPr>
          <p:cNvSpPr>
            <a:spLocks noChangeArrowheads="1"/>
          </p:cNvSpPr>
          <p:nvPr/>
        </p:nvSpPr>
        <p:spPr bwMode="auto">
          <a:xfrm>
            <a:off x="2667000" y="4953000"/>
            <a:ext cx="1143000" cy="1447800"/>
          </a:xfrm>
          <a:prstGeom prst="wedgeRoundRectCallout">
            <a:avLst>
              <a:gd name="adj1" fmla="val -92778"/>
              <a:gd name="adj2" fmla="val 987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a:solidFill>
                  <a:schemeClr val="tx1"/>
                </a:solidFill>
              </a:rPr>
              <a:t>A built-in, clocked chip (</a:t>
            </a:r>
            <a:r>
              <a:rPr lang="en-US" altLang="en-US" sz="1600" b="1">
                <a:solidFill>
                  <a:srgbClr val="003399"/>
                </a:solidFill>
                <a:latin typeface="Courier New" panose="02070309020205020404" pitchFamily="49" charset="0"/>
                <a:cs typeface="Courier New" panose="02070309020205020404" pitchFamily="49" charset="0"/>
              </a:rPr>
              <a:t>RAM8</a:t>
            </a:r>
            <a:r>
              <a:rPr lang="en-US" altLang="en-US" sz="1600">
                <a:solidFill>
                  <a:schemeClr val="tx1"/>
                </a:solidFill>
              </a:rPr>
              <a:t>) is loaded</a:t>
            </a:r>
          </a:p>
        </p:txBody>
      </p:sp>
      <p:sp>
        <p:nvSpPr>
          <p:cNvPr id="146446" name="Rectangle 14">
            <a:extLst>
              <a:ext uri="{FF2B5EF4-FFF2-40B4-BE49-F238E27FC236}">
                <a16:creationId xmlns:a16="http://schemas.microsoft.com/office/drawing/2014/main" id="{2A923127-B5F9-0A43-B36A-02979ECA445C}"/>
              </a:ext>
            </a:extLst>
          </p:cNvPr>
          <p:cNvSpPr>
            <a:spLocks noChangeArrowheads="1"/>
          </p:cNvSpPr>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marL="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9144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1371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18288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a:solidFill>
                  <a:schemeClr val="tx2"/>
                </a:solidFill>
                <a:latin typeface="Arial" panose="020B0604020202020204" pitchFamily="34" charset="0"/>
                <a:cs typeface="Arial" panose="020B0604020202020204" pitchFamily="34" charset="0"/>
              </a:rPr>
              <a:t>Simulating Clocked Chips</a:t>
            </a:r>
          </a:p>
        </p:txBody>
      </p:sp>
      <p:sp>
        <p:nvSpPr>
          <p:cNvPr id="146450" name="Oval 18">
            <a:extLst>
              <a:ext uri="{FF2B5EF4-FFF2-40B4-BE49-F238E27FC236}">
                <a16:creationId xmlns:a16="http://schemas.microsoft.com/office/drawing/2014/main" id="{0E556845-802B-4644-B62C-AE3F1B00542F}"/>
              </a:ext>
            </a:extLst>
          </p:cNvPr>
          <p:cNvSpPr>
            <a:spLocks noChangeArrowheads="1"/>
          </p:cNvSpPr>
          <p:nvPr/>
        </p:nvSpPr>
        <p:spPr bwMode="auto">
          <a:xfrm>
            <a:off x="2590800" y="1066800"/>
            <a:ext cx="457200" cy="5334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64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406" name="Picture 22">
            <a:extLst>
              <a:ext uri="{FF2B5EF4-FFF2-40B4-BE49-F238E27FC236}">
                <a16:creationId xmlns:a16="http://schemas.microsoft.com/office/drawing/2014/main" id="{B17EB667-BECA-3448-B7C9-95EB162B9D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7292"/>
          <a:stretch>
            <a:fillRect/>
          </a:stretch>
        </p:blipFill>
        <p:spPr bwMode="auto">
          <a:xfrm>
            <a:off x="457200" y="762000"/>
            <a:ext cx="8229600" cy="572135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4399" name="Group 15">
            <a:extLst>
              <a:ext uri="{FF2B5EF4-FFF2-40B4-BE49-F238E27FC236}">
                <a16:creationId xmlns:a16="http://schemas.microsoft.com/office/drawing/2014/main" id="{A801B4FC-F7A0-7343-ABF0-F4B557E721BA}"/>
              </a:ext>
            </a:extLst>
          </p:cNvPr>
          <p:cNvGrpSpPr>
            <a:grpSpLocks/>
          </p:cNvGrpSpPr>
          <p:nvPr/>
        </p:nvGrpSpPr>
        <p:grpSpPr bwMode="auto">
          <a:xfrm>
            <a:off x="3429000" y="2133600"/>
            <a:ext cx="2514600" cy="3200400"/>
            <a:chOff x="2160" y="1344"/>
            <a:chExt cx="1584" cy="2016"/>
          </a:xfrm>
        </p:grpSpPr>
        <p:sp>
          <p:nvSpPr>
            <p:cNvPr id="144389" name="AutoShape 5">
              <a:extLst>
                <a:ext uri="{FF2B5EF4-FFF2-40B4-BE49-F238E27FC236}">
                  <a16:creationId xmlns:a16="http://schemas.microsoft.com/office/drawing/2014/main" id="{7903D2F5-1BCA-324D-972B-228A3D3EC642}"/>
                </a:ext>
              </a:extLst>
            </p:cNvPr>
            <p:cNvSpPr>
              <a:spLocks noChangeArrowheads="1"/>
            </p:cNvSpPr>
            <p:nvPr/>
          </p:nvSpPr>
          <p:spPr bwMode="auto">
            <a:xfrm>
              <a:off x="2592" y="2304"/>
              <a:ext cx="1152" cy="1056"/>
            </a:xfrm>
            <a:prstGeom prst="wedgeRoundRectCallout">
              <a:avLst>
                <a:gd name="adj1" fmla="val -46440"/>
                <a:gd name="adj2" fmla="val -11022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u="sng">
                  <a:solidFill>
                    <a:schemeClr val="tx1"/>
                  </a:solidFill>
                </a:rPr>
                <a:t>4. Simulator:</a:t>
              </a:r>
              <a:r>
                <a:rPr lang="en-US" altLang="en-US" sz="1600">
                  <a:solidFill>
                    <a:schemeClr val="tx1"/>
                  </a:solidFill>
                </a:rPr>
                <a:t> commits the chip’s output pin to the value of the chip’s internal state.</a:t>
              </a:r>
            </a:p>
          </p:txBody>
        </p:sp>
        <p:sp>
          <p:nvSpPr>
            <p:cNvPr id="144390" name="Oval 6">
              <a:extLst>
                <a:ext uri="{FF2B5EF4-FFF2-40B4-BE49-F238E27FC236}">
                  <a16:creationId xmlns:a16="http://schemas.microsoft.com/office/drawing/2014/main" id="{B0040E14-4862-3F4A-B9AA-31EF5D7EB49E}"/>
                </a:ext>
              </a:extLst>
            </p:cNvPr>
            <p:cNvSpPr>
              <a:spLocks noChangeArrowheads="1"/>
            </p:cNvSpPr>
            <p:nvPr/>
          </p:nvSpPr>
          <p:spPr bwMode="auto">
            <a:xfrm>
              <a:off x="2160" y="1344"/>
              <a:ext cx="672" cy="336"/>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44391" name="Oval 7">
            <a:extLst>
              <a:ext uri="{FF2B5EF4-FFF2-40B4-BE49-F238E27FC236}">
                <a16:creationId xmlns:a16="http://schemas.microsoft.com/office/drawing/2014/main" id="{AD958041-AC93-6E43-ABB3-BA4B2341624D}"/>
              </a:ext>
            </a:extLst>
          </p:cNvPr>
          <p:cNvSpPr>
            <a:spLocks noChangeArrowheads="1"/>
          </p:cNvSpPr>
          <p:nvPr/>
        </p:nvSpPr>
        <p:spPr bwMode="auto">
          <a:xfrm>
            <a:off x="457200" y="2133600"/>
            <a:ext cx="2209800" cy="8382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388" name="AutoShape 4">
            <a:extLst>
              <a:ext uri="{FF2B5EF4-FFF2-40B4-BE49-F238E27FC236}">
                <a16:creationId xmlns:a16="http://schemas.microsoft.com/office/drawing/2014/main" id="{09F973CE-664A-384B-A49C-5951EB434F5B}"/>
              </a:ext>
            </a:extLst>
          </p:cNvPr>
          <p:cNvSpPr>
            <a:spLocks noChangeArrowheads="1"/>
          </p:cNvSpPr>
          <p:nvPr/>
        </p:nvSpPr>
        <p:spPr bwMode="auto">
          <a:xfrm>
            <a:off x="4114800" y="838200"/>
            <a:ext cx="1676400" cy="990600"/>
          </a:xfrm>
          <a:prstGeom prst="wedgeRoundRectCallout">
            <a:avLst>
              <a:gd name="adj1" fmla="val -110699"/>
              <a:gd name="adj2" fmla="val -7852"/>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u="sng">
                <a:solidFill>
                  <a:schemeClr val="tx1"/>
                </a:solidFill>
              </a:rPr>
              <a:t>3. User:</a:t>
            </a:r>
            <a:r>
              <a:rPr lang="en-US" altLang="en-US" sz="1600">
                <a:solidFill>
                  <a:schemeClr val="tx1"/>
                </a:solidFill>
              </a:rPr>
              <a:t> clicks the clock icon again (</a:t>
            </a:r>
            <a:r>
              <a:rPr lang="en-US" altLang="en-US" sz="1600" i="1">
                <a:solidFill>
                  <a:schemeClr val="tx1"/>
                </a:solidFill>
              </a:rPr>
              <a:t>tock</a:t>
            </a:r>
            <a:r>
              <a:rPr lang="en-US" altLang="en-US" sz="1600">
                <a:solidFill>
                  <a:schemeClr val="tx1"/>
                </a:solidFill>
              </a:rPr>
              <a:t>)</a:t>
            </a:r>
          </a:p>
        </p:txBody>
      </p:sp>
      <p:sp>
        <p:nvSpPr>
          <p:cNvPr id="144397" name="AutoShape 13">
            <a:extLst>
              <a:ext uri="{FF2B5EF4-FFF2-40B4-BE49-F238E27FC236}">
                <a16:creationId xmlns:a16="http://schemas.microsoft.com/office/drawing/2014/main" id="{13DFD1C8-7E1C-354B-A44D-9FD04BFD3B63}"/>
              </a:ext>
            </a:extLst>
          </p:cNvPr>
          <p:cNvSpPr>
            <a:spLocks noChangeArrowheads="1"/>
          </p:cNvSpPr>
          <p:nvPr/>
        </p:nvSpPr>
        <p:spPr bwMode="auto">
          <a:xfrm>
            <a:off x="2667000" y="4953000"/>
            <a:ext cx="1143000" cy="1447800"/>
          </a:xfrm>
          <a:prstGeom prst="wedgeRoundRectCallout">
            <a:avLst>
              <a:gd name="adj1" fmla="val -92778"/>
              <a:gd name="adj2" fmla="val 987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a:solidFill>
                  <a:schemeClr val="tx1"/>
                </a:solidFill>
              </a:rPr>
              <a:t>A built-in, clocked chip (</a:t>
            </a:r>
            <a:r>
              <a:rPr lang="en-US" altLang="en-US" sz="1600" b="1">
                <a:solidFill>
                  <a:srgbClr val="003399"/>
                </a:solidFill>
                <a:latin typeface="Courier New" panose="02070309020205020404" pitchFamily="49" charset="0"/>
                <a:cs typeface="Courier New" panose="02070309020205020404" pitchFamily="49" charset="0"/>
              </a:rPr>
              <a:t>RAM8</a:t>
            </a:r>
            <a:r>
              <a:rPr lang="en-US" altLang="en-US" sz="1600">
                <a:solidFill>
                  <a:schemeClr val="tx1"/>
                </a:solidFill>
              </a:rPr>
              <a:t>) is loaded</a:t>
            </a:r>
          </a:p>
        </p:txBody>
      </p:sp>
      <p:sp>
        <p:nvSpPr>
          <p:cNvPr id="144401" name="AutoShape 17">
            <a:extLst>
              <a:ext uri="{FF2B5EF4-FFF2-40B4-BE49-F238E27FC236}">
                <a16:creationId xmlns:a16="http://schemas.microsoft.com/office/drawing/2014/main" id="{B6DDE5FE-04D4-1D46-962A-AE27D70BD1BF}"/>
              </a:ext>
            </a:extLst>
          </p:cNvPr>
          <p:cNvSpPr>
            <a:spLocks noChangeArrowheads="1"/>
          </p:cNvSpPr>
          <p:nvPr/>
        </p:nvSpPr>
        <p:spPr bwMode="auto">
          <a:xfrm>
            <a:off x="2133600" y="3048000"/>
            <a:ext cx="1676400" cy="1447800"/>
          </a:xfrm>
          <a:prstGeom prst="wedgeRoundRectCallout">
            <a:avLst>
              <a:gd name="adj1" fmla="val -77556"/>
              <a:gd name="adj2" fmla="val -59431"/>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u="sng">
                <a:solidFill>
                  <a:schemeClr val="tx1"/>
                </a:solidFill>
              </a:rPr>
              <a:t>1. User:</a:t>
            </a:r>
            <a:r>
              <a:rPr lang="en-US" altLang="en-US" sz="1600">
                <a:solidFill>
                  <a:schemeClr val="tx1"/>
                </a:solidFill>
              </a:rPr>
              <a:t> enters some input values and clicks the clock icon once (</a:t>
            </a:r>
            <a:r>
              <a:rPr lang="en-US" altLang="en-US" sz="1600" i="1">
                <a:solidFill>
                  <a:schemeClr val="tx1"/>
                </a:solidFill>
              </a:rPr>
              <a:t>tick</a:t>
            </a:r>
            <a:r>
              <a:rPr lang="en-US" altLang="en-US" sz="1600">
                <a:solidFill>
                  <a:schemeClr val="tx1"/>
                </a:solidFill>
              </a:rPr>
              <a:t>)</a:t>
            </a:r>
          </a:p>
        </p:txBody>
      </p:sp>
      <p:sp>
        <p:nvSpPr>
          <p:cNvPr id="144402" name="Rectangle 18">
            <a:extLst>
              <a:ext uri="{FF2B5EF4-FFF2-40B4-BE49-F238E27FC236}">
                <a16:creationId xmlns:a16="http://schemas.microsoft.com/office/drawing/2014/main" id="{4BDA6E3F-0C75-6849-95C9-88ED5921954F}"/>
              </a:ext>
            </a:extLst>
          </p:cNvPr>
          <p:cNvSpPr>
            <a:spLocks noChangeArrowheads="1"/>
          </p:cNvSpPr>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marL="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9144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1371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18288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a:solidFill>
                  <a:schemeClr val="tx2"/>
                </a:solidFill>
                <a:latin typeface="Arial" panose="020B0604020202020204" pitchFamily="34" charset="0"/>
                <a:cs typeface="Arial" panose="020B0604020202020204" pitchFamily="34" charset="0"/>
              </a:rPr>
              <a:t>Simulating Clocked Chips</a:t>
            </a:r>
          </a:p>
        </p:txBody>
      </p:sp>
      <p:grpSp>
        <p:nvGrpSpPr>
          <p:cNvPr id="144403" name="Group 19">
            <a:extLst>
              <a:ext uri="{FF2B5EF4-FFF2-40B4-BE49-F238E27FC236}">
                <a16:creationId xmlns:a16="http://schemas.microsoft.com/office/drawing/2014/main" id="{CD9FEF85-5DCB-4541-AAD0-E9135BF9EAC7}"/>
              </a:ext>
            </a:extLst>
          </p:cNvPr>
          <p:cNvGrpSpPr>
            <a:grpSpLocks/>
          </p:cNvGrpSpPr>
          <p:nvPr/>
        </p:nvGrpSpPr>
        <p:grpSpPr bwMode="auto">
          <a:xfrm>
            <a:off x="5334000" y="2362200"/>
            <a:ext cx="2819400" cy="3276600"/>
            <a:chOff x="3360" y="1488"/>
            <a:chExt cx="1776" cy="2064"/>
          </a:xfrm>
        </p:grpSpPr>
        <p:sp>
          <p:nvSpPr>
            <p:cNvPr id="144404" name="Oval 20">
              <a:extLst>
                <a:ext uri="{FF2B5EF4-FFF2-40B4-BE49-F238E27FC236}">
                  <a16:creationId xmlns:a16="http://schemas.microsoft.com/office/drawing/2014/main" id="{9E690D6B-7B80-AE47-A199-5D2D071887DA}"/>
                </a:ext>
              </a:extLst>
            </p:cNvPr>
            <p:cNvSpPr>
              <a:spLocks noChangeArrowheads="1"/>
            </p:cNvSpPr>
            <p:nvPr/>
          </p:nvSpPr>
          <p:spPr bwMode="auto">
            <a:xfrm>
              <a:off x="3360" y="1488"/>
              <a:ext cx="1392" cy="336"/>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4405" name="AutoShape 21">
              <a:extLst>
                <a:ext uri="{FF2B5EF4-FFF2-40B4-BE49-F238E27FC236}">
                  <a16:creationId xmlns:a16="http://schemas.microsoft.com/office/drawing/2014/main" id="{30AA5D27-B1A7-614D-BF0E-E1214F55F23A}"/>
                </a:ext>
              </a:extLst>
            </p:cNvPr>
            <p:cNvSpPr>
              <a:spLocks noChangeArrowheads="1"/>
            </p:cNvSpPr>
            <p:nvPr/>
          </p:nvSpPr>
          <p:spPr bwMode="auto">
            <a:xfrm>
              <a:off x="3888" y="2304"/>
              <a:ext cx="1248" cy="1248"/>
            </a:xfrm>
            <a:prstGeom prst="wedgeRoundRectCallout">
              <a:avLst>
                <a:gd name="adj1" fmla="val -27162"/>
                <a:gd name="adj2" fmla="val -8701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600" u="sng">
                  <a:solidFill>
                    <a:schemeClr val="tx1"/>
                  </a:solidFill>
                </a:rPr>
                <a:t>2. Simulator:</a:t>
              </a:r>
              <a:r>
                <a:rPr lang="en-US" altLang="en-US" sz="1600">
                  <a:solidFill>
                    <a:schemeClr val="tx1"/>
                  </a:solidFill>
                </a:rPr>
                <a:t> changes the internal state of the chip, but note that the chip’s output pin is not yet effected.</a:t>
              </a:r>
            </a:p>
          </p:txBody>
        </p:sp>
      </p:grpSp>
      <p:sp>
        <p:nvSpPr>
          <p:cNvPr id="144408" name="Oval 24">
            <a:extLst>
              <a:ext uri="{FF2B5EF4-FFF2-40B4-BE49-F238E27FC236}">
                <a16:creationId xmlns:a16="http://schemas.microsoft.com/office/drawing/2014/main" id="{D3E1E91B-CA3D-834C-BE12-C1F61811F401}"/>
              </a:ext>
            </a:extLst>
          </p:cNvPr>
          <p:cNvSpPr>
            <a:spLocks noChangeArrowheads="1"/>
          </p:cNvSpPr>
          <p:nvPr/>
        </p:nvSpPr>
        <p:spPr bwMode="auto">
          <a:xfrm>
            <a:off x="2590800" y="1066800"/>
            <a:ext cx="457200" cy="533400"/>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713" name="Picture 25">
            <a:extLst>
              <a:ext uri="{FF2B5EF4-FFF2-40B4-BE49-F238E27FC236}">
                <a16:creationId xmlns:a16="http://schemas.microsoft.com/office/drawing/2014/main" id="{18438D15-F838-1D48-932D-D6A3A9446C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4692" name="AutoShape 4">
            <a:extLst>
              <a:ext uri="{FF2B5EF4-FFF2-40B4-BE49-F238E27FC236}">
                <a16:creationId xmlns:a16="http://schemas.microsoft.com/office/drawing/2014/main" id="{6A498F56-4CC1-7048-8839-4F5124064214}"/>
              </a:ext>
            </a:extLst>
          </p:cNvPr>
          <p:cNvSpPr>
            <a:spLocks noChangeArrowheads="1"/>
          </p:cNvSpPr>
          <p:nvPr/>
        </p:nvSpPr>
        <p:spPr bwMode="auto">
          <a:xfrm>
            <a:off x="762000" y="3200400"/>
            <a:ext cx="1371600" cy="609600"/>
          </a:xfrm>
          <a:prstGeom prst="wedgeRoundRectCallout">
            <a:avLst>
              <a:gd name="adj1" fmla="val -26620"/>
              <a:gd name="adj2" fmla="val -33307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Single-action    tick-tock</a:t>
            </a:r>
          </a:p>
        </p:txBody>
      </p:sp>
      <p:sp>
        <p:nvSpPr>
          <p:cNvPr id="114693" name="AutoShape 5">
            <a:extLst>
              <a:ext uri="{FF2B5EF4-FFF2-40B4-BE49-F238E27FC236}">
                <a16:creationId xmlns:a16="http://schemas.microsoft.com/office/drawing/2014/main" id="{F72EEA8C-3F05-6040-A8CC-A1EE47956BC6}"/>
              </a:ext>
            </a:extLst>
          </p:cNvPr>
          <p:cNvSpPr>
            <a:spLocks noChangeArrowheads="1"/>
          </p:cNvSpPr>
          <p:nvPr/>
        </p:nvSpPr>
        <p:spPr bwMode="auto">
          <a:xfrm>
            <a:off x="2209800" y="3886200"/>
            <a:ext cx="1524000" cy="838200"/>
          </a:xfrm>
          <a:prstGeom prst="wedgeRoundRectCallout">
            <a:avLst>
              <a:gd name="adj1" fmla="val -98648"/>
              <a:gd name="adj2" fmla="val -33390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Tick-tocks repeatedly and infinitely</a:t>
            </a:r>
          </a:p>
        </p:txBody>
      </p:sp>
      <p:sp>
        <p:nvSpPr>
          <p:cNvPr id="114701" name="AutoShape 13">
            <a:extLst>
              <a:ext uri="{FF2B5EF4-FFF2-40B4-BE49-F238E27FC236}">
                <a16:creationId xmlns:a16="http://schemas.microsoft.com/office/drawing/2014/main" id="{9DB49A21-D27F-3747-8E0B-8F8640423585}"/>
              </a:ext>
            </a:extLst>
          </p:cNvPr>
          <p:cNvSpPr>
            <a:spLocks noChangeArrowheads="1"/>
          </p:cNvSpPr>
          <p:nvPr/>
        </p:nvSpPr>
        <p:spPr bwMode="auto">
          <a:xfrm>
            <a:off x="2514600" y="2057400"/>
            <a:ext cx="1981200" cy="1219200"/>
          </a:xfrm>
          <a:prstGeom prst="wedgeRoundRectCallout">
            <a:avLst>
              <a:gd name="adj1" fmla="val 28366"/>
              <a:gd name="adj2" fmla="val -10794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p>
            <a:pPr algn="l"/>
            <a:r>
              <a:rPr lang="en-US" altLang="en-US" sz="1400">
                <a:solidFill>
                  <a:schemeClr val="tx1"/>
                </a:solidFill>
              </a:rPr>
              <a:t>Controls the script speed, and thus the simulated clock speed, and thus the overall chip execution speed</a:t>
            </a:r>
          </a:p>
        </p:txBody>
      </p:sp>
      <p:sp>
        <p:nvSpPr>
          <p:cNvPr id="114711" name="AutoShape 23">
            <a:extLst>
              <a:ext uri="{FF2B5EF4-FFF2-40B4-BE49-F238E27FC236}">
                <a16:creationId xmlns:a16="http://schemas.microsoft.com/office/drawing/2014/main" id="{906A8F79-C862-7B45-AA3D-312871174B1C}"/>
              </a:ext>
            </a:extLst>
          </p:cNvPr>
          <p:cNvSpPr>
            <a:spLocks noChangeArrowheads="1"/>
          </p:cNvSpPr>
          <p:nvPr/>
        </p:nvSpPr>
        <p:spPr bwMode="auto">
          <a:xfrm>
            <a:off x="5029200" y="2743200"/>
            <a:ext cx="3276600" cy="3048000"/>
          </a:xfrm>
          <a:prstGeom prst="wedgeRoundRectCallout">
            <a:avLst>
              <a:gd name="adj1" fmla="val -39824"/>
              <a:gd name="adj2" fmla="val -7588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spcBef>
                <a:spcPct val="50000"/>
              </a:spcBef>
            </a:pPr>
            <a:r>
              <a:rPr lang="en-US" altLang="en-US" sz="1400" u="sng">
                <a:solidFill>
                  <a:schemeClr val="tx1"/>
                </a:solidFill>
              </a:rPr>
              <a:t>Default script:</a:t>
            </a:r>
            <a:r>
              <a:rPr lang="en-US" altLang="en-US" sz="1400">
                <a:solidFill>
                  <a:schemeClr val="tx1"/>
                </a:solidFill>
              </a:rPr>
              <a:t> always loaded when the simulator starts running;</a:t>
            </a:r>
          </a:p>
          <a:p>
            <a:pPr algn="l">
              <a:spcBef>
                <a:spcPct val="50000"/>
              </a:spcBef>
            </a:pPr>
            <a:r>
              <a:rPr lang="en-US" altLang="en-US" sz="1400">
                <a:solidFill>
                  <a:schemeClr val="tx1"/>
                </a:solidFill>
              </a:rPr>
              <a:t>The logic of the default script simply runs the clock repeatedly;</a:t>
            </a:r>
          </a:p>
          <a:p>
            <a:pPr algn="l">
              <a:spcBef>
                <a:spcPct val="50000"/>
              </a:spcBef>
            </a:pPr>
            <a:r>
              <a:rPr lang="en-US" altLang="en-US" sz="1400">
                <a:solidFill>
                  <a:schemeClr val="tx1"/>
                </a:solidFill>
              </a:rPr>
              <a:t>Hence, executing the default script has the effect of causing the clock to go through an infinite train of tics and tocks.</a:t>
            </a:r>
          </a:p>
          <a:p>
            <a:pPr algn="l">
              <a:spcBef>
                <a:spcPct val="50000"/>
              </a:spcBef>
            </a:pPr>
            <a:r>
              <a:rPr lang="en-US" altLang="en-US" sz="1400">
                <a:solidFill>
                  <a:schemeClr val="tx1"/>
                </a:solidFill>
              </a:rPr>
              <a:t>This, in turn, causes all the clocked chip parts of the loaded chip to react to clock cycles, repeatedly.</a:t>
            </a:r>
          </a:p>
        </p:txBody>
      </p:sp>
      <p:sp>
        <p:nvSpPr>
          <p:cNvPr id="114715" name="Rectangle 27">
            <a:extLst>
              <a:ext uri="{FF2B5EF4-FFF2-40B4-BE49-F238E27FC236}">
                <a16:creationId xmlns:a16="http://schemas.microsoft.com/office/drawing/2014/main" id="{5F273594-96FE-1648-BC57-F2BD0E3CE7BA}"/>
              </a:ext>
            </a:extLst>
          </p:cNvPr>
          <p:cNvSpPr>
            <a:spLocks noChangeArrowheads="1"/>
          </p:cNvSpPr>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marL="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9144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1371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18288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a:solidFill>
                  <a:schemeClr val="tx2"/>
                </a:solidFill>
                <a:latin typeface="Arial" panose="020B0604020202020204" pitchFamily="34" charset="0"/>
                <a:cs typeface="Arial" panose="020B0604020202020204" pitchFamily="34" charset="0"/>
              </a:rPr>
              <a:t>Simulating Clocked Chips Using a Test Script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47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469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1469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47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2" grpId="0" animBg="1" autoUpdateAnimBg="0"/>
      <p:bldP spid="114693" grpId="0" animBg="1" autoUpdateAnimBg="0"/>
      <p:bldP spid="114701" grpId="0" animBg="1" autoUpdateAnimBg="0"/>
      <p:bldP spid="114711"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2957368F-C262-5249-96E2-077417DF5451}"/>
              </a:ext>
            </a:extLst>
          </p:cNvPr>
          <p:cNvSpPr>
            <a:spLocks noGrp="1" noChangeArrowheads="1"/>
          </p:cNvSpPr>
          <p:nvPr>
            <p:ph type="title"/>
          </p:nvPr>
        </p:nvSpPr>
        <p:spPr/>
        <p:txBody>
          <a:bodyPr/>
          <a:lstStyle/>
          <a:p>
            <a:r>
              <a:rPr lang="en-US" altLang="en-US"/>
              <a:t>Hardware Simulation Tutorial</a:t>
            </a:r>
          </a:p>
        </p:txBody>
      </p:sp>
      <p:pic>
        <p:nvPicPr>
          <p:cNvPr id="154627" name="Picture 3" descr="monitor">
            <a:extLst>
              <a:ext uri="{FF2B5EF4-FFF2-40B4-BE49-F238E27FC236}">
                <a16:creationId xmlns:a16="http://schemas.microsoft.com/office/drawing/2014/main" id="{FF7406DB-1DA6-6949-A335-30D4018FE3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54628" name="Rectangle 4">
            <a:extLst>
              <a:ext uri="{FF2B5EF4-FFF2-40B4-BE49-F238E27FC236}">
                <a16:creationId xmlns:a16="http://schemas.microsoft.com/office/drawing/2014/main" id="{27D5378E-4C81-714C-ADA9-ED9D231F9C76}"/>
              </a:ext>
            </a:extLst>
          </p:cNvPr>
          <p:cNvSpPr>
            <a:spLocks noChangeArrowheads="1"/>
          </p:cNvSpPr>
          <p:nvPr/>
        </p:nvSpPr>
        <p:spPr bwMode="auto">
          <a:xfrm>
            <a:off x="3505200" y="2133600"/>
            <a:ext cx="2667000"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lgn="l">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lgn="l">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lgn="l">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b="1" u="sng">
                <a:solidFill>
                  <a:srgbClr val="000066"/>
                </a:solidFill>
              </a:rPr>
              <a:t>Part V:</a:t>
            </a:r>
          </a:p>
          <a:p>
            <a:pPr algn="ctr">
              <a:spcBef>
                <a:spcPct val="60000"/>
              </a:spcBef>
              <a:buFont typeface="Wingdings" pitchFamily="2" charset="2"/>
              <a:buNone/>
            </a:pPr>
            <a:r>
              <a:rPr lang="en-US" altLang="he-IL" sz="2400" b="1">
                <a:solidFill>
                  <a:srgbClr val="000066"/>
                </a:solidFill>
              </a:rPr>
              <a:t>GUI-Empowered</a:t>
            </a:r>
          </a:p>
          <a:p>
            <a:pPr algn="ctr">
              <a:spcBef>
                <a:spcPct val="60000"/>
              </a:spcBef>
              <a:buFont typeface="Wingdings" pitchFamily="2" charset="2"/>
              <a:buNone/>
            </a:pPr>
            <a:r>
              <a:rPr lang="en-US" altLang="he-IL" sz="2400" b="1">
                <a:solidFill>
                  <a:srgbClr val="000066"/>
                </a:solidFill>
              </a:rPr>
              <a:t>chips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2">
            <a:extLst>
              <a:ext uri="{FF2B5EF4-FFF2-40B4-BE49-F238E27FC236}">
                <a16:creationId xmlns:a16="http://schemas.microsoft.com/office/drawing/2014/main" id="{EA10B453-4F22-F844-AC97-F470D95DA4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651" name="Picture 3">
            <a:extLst>
              <a:ext uri="{FF2B5EF4-FFF2-40B4-BE49-F238E27FC236}">
                <a16:creationId xmlns:a16="http://schemas.microsoft.com/office/drawing/2014/main" id="{15F27693-FCBF-E943-9299-F505497C39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8148" t="14285"/>
          <a:stretch>
            <a:fillRect/>
          </a:stretch>
        </p:blipFill>
        <p:spPr bwMode="auto">
          <a:xfrm>
            <a:off x="4419600" y="1524000"/>
            <a:ext cx="4267200" cy="50292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5652" name="AutoShape 4">
            <a:extLst>
              <a:ext uri="{FF2B5EF4-FFF2-40B4-BE49-F238E27FC236}">
                <a16:creationId xmlns:a16="http://schemas.microsoft.com/office/drawing/2014/main" id="{B02AE479-B3BE-F645-AE99-18089F3BFC01}"/>
              </a:ext>
            </a:extLst>
          </p:cNvPr>
          <p:cNvSpPr>
            <a:spLocks noChangeArrowheads="1"/>
          </p:cNvSpPr>
          <p:nvPr/>
        </p:nvSpPr>
        <p:spPr bwMode="auto">
          <a:xfrm>
            <a:off x="2590800" y="4419600"/>
            <a:ext cx="1676400" cy="1981200"/>
          </a:xfrm>
          <a:prstGeom prst="wedgeRoundRectCallout">
            <a:avLst>
              <a:gd name="adj1" fmla="val -95264"/>
              <a:gd name="adj2" fmla="val -21315"/>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400">
                <a:latin typeface="Arial" panose="020B0604020202020204" pitchFamily="34" charset="0"/>
                <a:cs typeface="Arial" panose="020B0604020202020204" pitchFamily="34" charset="0"/>
              </a:rPr>
              <a:t>1. A chip whose parts include </a:t>
            </a:r>
            <a:r>
              <a:rPr lang="en-US" altLang="en-US" sz="1400">
                <a:solidFill>
                  <a:srgbClr val="003399"/>
                </a:solidFill>
                <a:latin typeface="Arial Unicode MS" panose="020B0604020202020204" pitchFamily="34" charset="-128"/>
                <a:ea typeface="Arial Unicode MS" panose="020B0604020202020204" pitchFamily="34" charset="-128"/>
                <a:cs typeface="Arial Unicode MS" panose="020B0604020202020204" pitchFamily="34" charset="-128"/>
              </a:rPr>
              <a:t>built-in chips</a:t>
            </a:r>
            <a:r>
              <a:rPr lang="en-US" altLang="en-US" sz="1400">
                <a:latin typeface="Arial" panose="020B0604020202020204" pitchFamily="34" charset="0"/>
                <a:cs typeface="Arial" panose="020B0604020202020204" pitchFamily="34" charset="0"/>
              </a:rPr>
              <a:t> was loaded into the simulator</a:t>
            </a:r>
          </a:p>
          <a:p>
            <a:pPr algn="l" rtl="0">
              <a:spcBef>
                <a:spcPct val="30000"/>
              </a:spcBef>
            </a:pPr>
            <a:r>
              <a:rPr lang="en-US" altLang="en-US" sz="1400">
                <a:latin typeface="Arial" panose="020B0604020202020204" pitchFamily="34" charset="0"/>
                <a:cs typeface="Arial" panose="020B0604020202020204" pitchFamily="34" charset="0"/>
              </a:rPr>
              <a:t>(ignore the chip logic for now)</a:t>
            </a:r>
          </a:p>
          <a:p>
            <a:pPr algn="l" rtl="0">
              <a:buFontTx/>
              <a:buAutoNum type="arabicPeriod"/>
            </a:pPr>
            <a:endParaRPr lang="en-US" altLang="en-US" sz="1600">
              <a:latin typeface="Arial" panose="020B0604020202020204" pitchFamily="34" charset="0"/>
              <a:cs typeface="Arial" panose="020B0604020202020204" pitchFamily="34" charset="0"/>
            </a:endParaRPr>
          </a:p>
          <a:p>
            <a:pPr algn="l" rtl="0">
              <a:buFontTx/>
              <a:buAutoNum type="arabicPeriod"/>
            </a:pPr>
            <a:endParaRPr lang="en-US" altLang="en-US" sz="1600">
              <a:latin typeface="Arial" panose="020B0604020202020204" pitchFamily="34" charset="0"/>
              <a:cs typeface="Arial" panose="020B0604020202020204" pitchFamily="34" charset="0"/>
            </a:endParaRPr>
          </a:p>
        </p:txBody>
      </p:sp>
      <p:sp>
        <p:nvSpPr>
          <p:cNvPr id="155653" name="AutoShape 5">
            <a:extLst>
              <a:ext uri="{FF2B5EF4-FFF2-40B4-BE49-F238E27FC236}">
                <a16:creationId xmlns:a16="http://schemas.microsoft.com/office/drawing/2014/main" id="{8DD503F7-3826-5F40-B823-3C369A66BC19}"/>
              </a:ext>
            </a:extLst>
          </p:cNvPr>
          <p:cNvSpPr>
            <a:spLocks noChangeArrowheads="1"/>
          </p:cNvSpPr>
          <p:nvPr/>
        </p:nvSpPr>
        <p:spPr bwMode="auto">
          <a:xfrm>
            <a:off x="4572000" y="4648200"/>
            <a:ext cx="3886200" cy="1524000"/>
          </a:xfrm>
          <a:prstGeom prst="roundRect">
            <a:avLst>
              <a:gd name="adj" fmla="val 16667"/>
            </a:avLst>
          </a:prstGeom>
          <a:solidFill>
            <a:srgbClr val="FFFFC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400" u="sng">
                <a:latin typeface="Arial" panose="020B0604020202020204" pitchFamily="34" charset="0"/>
                <a:cs typeface="Arial" panose="020B0604020202020204" pitchFamily="34" charset="0"/>
              </a:rPr>
              <a:t>Note:</a:t>
            </a:r>
            <a:r>
              <a:rPr lang="en-US" altLang="en-US" sz="1400">
                <a:latin typeface="Arial" panose="020B0604020202020204" pitchFamily="34" charset="0"/>
                <a:cs typeface="Arial" panose="020B0604020202020204" pitchFamily="34" charset="0"/>
              </a:rPr>
              <a:t> the signature of the internal part does not reveal if the part is implemented by a built-in chip or by another chip built by the user. Thus in this example you have to believe us that all the parts of this loaded chip are built-in chips.  </a:t>
            </a:r>
          </a:p>
        </p:txBody>
      </p:sp>
      <p:sp>
        <p:nvSpPr>
          <p:cNvPr id="155654" name="Rectangle 6">
            <a:extLst>
              <a:ext uri="{FF2B5EF4-FFF2-40B4-BE49-F238E27FC236}">
                <a16:creationId xmlns:a16="http://schemas.microsoft.com/office/drawing/2014/main" id="{5444F929-D7DA-C848-BD9C-4614EB160BDB}"/>
              </a:ext>
            </a:extLst>
          </p:cNvPr>
          <p:cNvSpPr>
            <a:spLocks noChangeArrowheads="1"/>
          </p:cNvSpPr>
          <p:nvPr/>
        </p:nvSpPr>
        <p:spPr bwMode="auto">
          <a:xfrm>
            <a:off x="457200" y="152400"/>
            <a:ext cx="8332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anchor="b"/>
          <a:lstStyle>
            <a:lvl1pPr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marL="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9144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1371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18288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a:solidFill>
                  <a:schemeClr val="tx2"/>
                </a:solidFill>
                <a:latin typeface="Arial" panose="020B0604020202020204" pitchFamily="34" charset="0"/>
                <a:cs typeface="Arial" panose="020B0604020202020204" pitchFamily="34" charset="0"/>
              </a:rPr>
              <a:t>Built-in Chips with GUI Effects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56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5653"/>
                                        </p:tgtEl>
                                        <p:attrNameLst>
                                          <p:attrName>style.visibility</p:attrName>
                                        </p:attrNameLst>
                                      </p:cBhvr>
                                      <p:to>
                                        <p:strVal val="visible"/>
                                      </p:to>
                                    </p:set>
                                  </p:childTnLst>
                                  <p:subTnLst>
                                    <p:set>
                                      <p:cBhvr override="childStyle">
                                        <p:cTn dur="1" fill="hold" display="0" masterRel="nextClick" afterEffect="1"/>
                                        <p:tgtEl>
                                          <p:spTgt spid="15565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2" grpId="0" animBg="1" autoUpdateAnimBg="0"/>
      <p:bldP spid="155653"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6674" name="Picture 2">
            <a:extLst>
              <a:ext uri="{FF2B5EF4-FFF2-40B4-BE49-F238E27FC236}">
                <a16:creationId xmlns:a16="http://schemas.microsoft.com/office/drawing/2014/main" id="{FD0ACC0B-0A15-234C-8032-EDE80F817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6675" name="Group 3">
            <a:extLst>
              <a:ext uri="{FF2B5EF4-FFF2-40B4-BE49-F238E27FC236}">
                <a16:creationId xmlns:a16="http://schemas.microsoft.com/office/drawing/2014/main" id="{CB7B0E70-2AED-134B-8208-087D7E6BBA09}"/>
              </a:ext>
            </a:extLst>
          </p:cNvPr>
          <p:cNvGrpSpPr>
            <a:grpSpLocks/>
          </p:cNvGrpSpPr>
          <p:nvPr/>
        </p:nvGrpSpPr>
        <p:grpSpPr bwMode="auto">
          <a:xfrm>
            <a:off x="1371600" y="1600200"/>
            <a:ext cx="7239000" cy="4648200"/>
            <a:chOff x="864" y="1008"/>
            <a:chExt cx="4560" cy="2928"/>
          </a:xfrm>
        </p:grpSpPr>
        <p:sp>
          <p:nvSpPr>
            <p:cNvPr id="156676" name="AutoShape 4">
              <a:extLst>
                <a:ext uri="{FF2B5EF4-FFF2-40B4-BE49-F238E27FC236}">
                  <a16:creationId xmlns:a16="http://schemas.microsoft.com/office/drawing/2014/main" id="{1D5A3185-769E-FB4C-B609-AC8494F418BE}"/>
                </a:ext>
              </a:extLst>
            </p:cNvPr>
            <p:cNvSpPr>
              <a:spLocks noChangeArrowheads="1"/>
            </p:cNvSpPr>
            <p:nvPr/>
          </p:nvSpPr>
          <p:spPr bwMode="auto">
            <a:xfrm>
              <a:off x="864" y="1200"/>
              <a:ext cx="1488" cy="816"/>
            </a:xfrm>
            <a:prstGeom prst="wedgeRoundRectCallout">
              <a:avLst>
                <a:gd name="adj1" fmla="val 75134"/>
                <a:gd name="adj2" fmla="val 87255"/>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400">
                  <a:latin typeface="Arial" panose="020B0604020202020204" pitchFamily="34" charset="0"/>
                  <a:cs typeface="Arial" panose="020B0604020202020204" pitchFamily="34" charset="0"/>
                </a:rPr>
                <a:t>2. If the loaded chip or some of its parts have GUI side-effects, the simulator displays the GUI’s here.</a:t>
              </a:r>
            </a:p>
            <a:p>
              <a:pPr algn="l" rtl="0">
                <a:buFontTx/>
                <a:buAutoNum type="arabicPeriod"/>
              </a:pPr>
              <a:endParaRPr lang="en-US" altLang="en-US" sz="1400">
                <a:latin typeface="Arial" panose="020B0604020202020204" pitchFamily="34" charset="0"/>
                <a:cs typeface="Arial" panose="020B0604020202020204" pitchFamily="34" charset="0"/>
              </a:endParaRPr>
            </a:p>
            <a:p>
              <a:pPr algn="l" rtl="0">
                <a:buFontTx/>
                <a:buAutoNum type="arabicPeriod"/>
              </a:pPr>
              <a:endParaRPr lang="en-US" altLang="en-US" sz="1400">
                <a:latin typeface="Arial" panose="020B0604020202020204" pitchFamily="34" charset="0"/>
                <a:cs typeface="Arial" panose="020B0604020202020204" pitchFamily="34" charset="0"/>
              </a:endParaRPr>
            </a:p>
          </p:txBody>
        </p:sp>
        <p:sp>
          <p:nvSpPr>
            <p:cNvPr id="156677" name="Rectangle 5">
              <a:extLst>
                <a:ext uri="{FF2B5EF4-FFF2-40B4-BE49-F238E27FC236}">
                  <a16:creationId xmlns:a16="http://schemas.microsoft.com/office/drawing/2014/main" id="{66801E30-BB69-4C42-8F05-5F2E69105FAF}"/>
                </a:ext>
              </a:extLst>
            </p:cNvPr>
            <p:cNvSpPr>
              <a:spLocks noChangeArrowheads="1"/>
            </p:cNvSpPr>
            <p:nvPr/>
          </p:nvSpPr>
          <p:spPr bwMode="auto">
            <a:xfrm>
              <a:off x="2784" y="1008"/>
              <a:ext cx="2640" cy="2928"/>
            </a:xfrm>
            <a:prstGeom prst="rect">
              <a:avLst/>
            </a:prstGeom>
            <a:noFill/>
            <a:ln w="47625">
              <a:solidFill>
                <a:srgbClr val="CC3300"/>
              </a:solidFill>
              <a:prstDash val="dash"/>
              <a:miter lim="800000"/>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56678" name="Rectangle 6">
            <a:extLst>
              <a:ext uri="{FF2B5EF4-FFF2-40B4-BE49-F238E27FC236}">
                <a16:creationId xmlns:a16="http://schemas.microsoft.com/office/drawing/2014/main" id="{CC9C68E9-D920-EA46-8FBB-551B26E22676}"/>
              </a:ext>
            </a:extLst>
          </p:cNvPr>
          <p:cNvSpPr>
            <a:spLocks noGrp="1" noChangeArrowheads="1"/>
          </p:cNvSpPr>
          <p:nvPr>
            <p:ph type="title"/>
          </p:nvPr>
        </p:nvSpPr>
        <p:spPr>
          <a:noFill/>
          <a:ln/>
        </p:spPr>
        <p:txBody>
          <a:bodyPr/>
          <a:lstStyle/>
          <a:p>
            <a:r>
              <a:rPr lang="en-US" altLang="en-US"/>
              <a:t>Built-in Chips with GUI Effects</a:t>
            </a:r>
          </a:p>
        </p:txBody>
      </p:sp>
      <p:sp>
        <p:nvSpPr>
          <p:cNvPr id="156679" name="AutoShape 7">
            <a:extLst>
              <a:ext uri="{FF2B5EF4-FFF2-40B4-BE49-F238E27FC236}">
                <a16:creationId xmlns:a16="http://schemas.microsoft.com/office/drawing/2014/main" id="{14FEA07A-3F1C-1A4F-B23B-3AAF2C08BDB6}"/>
              </a:ext>
            </a:extLst>
          </p:cNvPr>
          <p:cNvSpPr>
            <a:spLocks noChangeArrowheads="1"/>
          </p:cNvSpPr>
          <p:nvPr/>
        </p:nvSpPr>
        <p:spPr bwMode="auto">
          <a:xfrm>
            <a:off x="2590800" y="4419600"/>
            <a:ext cx="1676400" cy="1981200"/>
          </a:xfrm>
          <a:prstGeom prst="wedgeRoundRectCallout">
            <a:avLst>
              <a:gd name="adj1" fmla="val -95264"/>
              <a:gd name="adj2" fmla="val -21315"/>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400">
                <a:latin typeface="Arial" panose="020B0604020202020204" pitchFamily="34" charset="0"/>
                <a:cs typeface="Arial" panose="020B0604020202020204" pitchFamily="34" charset="0"/>
              </a:rPr>
              <a:t>1. A chip whose parts include </a:t>
            </a:r>
            <a:r>
              <a:rPr lang="en-US" altLang="en-US" sz="1400">
                <a:solidFill>
                  <a:srgbClr val="003399"/>
                </a:solidFill>
                <a:latin typeface="Arial Unicode MS" panose="020B0604020202020204" pitchFamily="34" charset="-128"/>
                <a:ea typeface="Arial Unicode MS" panose="020B0604020202020204" pitchFamily="34" charset="-128"/>
                <a:cs typeface="Arial Unicode MS" panose="020B0604020202020204" pitchFamily="34" charset="-128"/>
              </a:rPr>
              <a:t>built-in chips</a:t>
            </a:r>
            <a:r>
              <a:rPr lang="en-US" altLang="en-US" sz="1400">
                <a:latin typeface="Arial" panose="020B0604020202020204" pitchFamily="34" charset="0"/>
                <a:cs typeface="Arial" panose="020B0604020202020204" pitchFamily="34" charset="0"/>
              </a:rPr>
              <a:t> was loaded into the simulator</a:t>
            </a:r>
          </a:p>
          <a:p>
            <a:pPr algn="l" rtl="0">
              <a:spcBef>
                <a:spcPct val="30000"/>
              </a:spcBef>
            </a:pPr>
            <a:r>
              <a:rPr lang="en-US" altLang="en-US" sz="1400">
                <a:latin typeface="Arial" panose="020B0604020202020204" pitchFamily="34" charset="0"/>
                <a:cs typeface="Arial" panose="020B0604020202020204" pitchFamily="34" charset="0"/>
              </a:rPr>
              <a:t>(ignore the chip logic for now)</a:t>
            </a:r>
          </a:p>
          <a:p>
            <a:pPr algn="l" rtl="0">
              <a:buFontTx/>
              <a:buAutoNum type="arabicPeriod"/>
            </a:pPr>
            <a:endParaRPr lang="en-US" altLang="en-US" sz="1600">
              <a:latin typeface="Arial" panose="020B0604020202020204" pitchFamily="34" charset="0"/>
              <a:cs typeface="Arial" panose="020B0604020202020204" pitchFamily="34" charset="0"/>
            </a:endParaRPr>
          </a:p>
          <a:p>
            <a:pPr algn="l" rtl="0">
              <a:buFontTx/>
              <a:buAutoNum type="arabicPeriod"/>
            </a:pPr>
            <a:endParaRPr lang="en-US" altLang="en-US" sz="1600">
              <a:latin typeface="Arial" panose="020B0604020202020204" pitchFamily="34" charset="0"/>
              <a:cs typeface="Arial" panose="020B0604020202020204" pitchFamily="34" charset="0"/>
            </a:endParaRPr>
          </a:p>
        </p:txBody>
      </p:sp>
      <p:grpSp>
        <p:nvGrpSpPr>
          <p:cNvPr id="156680" name="Group 8">
            <a:extLst>
              <a:ext uri="{FF2B5EF4-FFF2-40B4-BE49-F238E27FC236}">
                <a16:creationId xmlns:a16="http://schemas.microsoft.com/office/drawing/2014/main" id="{590D3D15-F0F2-EF40-B8DE-41D27B83276D}"/>
              </a:ext>
            </a:extLst>
          </p:cNvPr>
          <p:cNvGrpSpPr>
            <a:grpSpLocks/>
          </p:cNvGrpSpPr>
          <p:nvPr/>
        </p:nvGrpSpPr>
        <p:grpSpPr bwMode="auto">
          <a:xfrm>
            <a:off x="4648200" y="2209800"/>
            <a:ext cx="3505200" cy="3886200"/>
            <a:chOff x="2928" y="1392"/>
            <a:chExt cx="2208" cy="2448"/>
          </a:xfrm>
        </p:grpSpPr>
        <p:sp>
          <p:nvSpPr>
            <p:cNvPr id="156681" name="AutoShape 9">
              <a:extLst>
                <a:ext uri="{FF2B5EF4-FFF2-40B4-BE49-F238E27FC236}">
                  <a16:creationId xmlns:a16="http://schemas.microsoft.com/office/drawing/2014/main" id="{8979258F-B0D6-AB48-B95A-43E19272E531}"/>
                </a:ext>
              </a:extLst>
            </p:cNvPr>
            <p:cNvSpPr>
              <a:spLocks noChangeArrowheads="1"/>
            </p:cNvSpPr>
            <p:nvPr/>
          </p:nvSpPr>
          <p:spPr bwMode="auto">
            <a:xfrm>
              <a:off x="3648" y="1392"/>
              <a:ext cx="1152" cy="432"/>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en-US" sz="1400" b="1">
                  <a:solidFill>
                    <a:srgbClr val="800000"/>
                  </a:solidFill>
                  <a:cs typeface="Times New Roman (Hebrew)" panose="02020603050405020304" pitchFamily="18" charset="0"/>
                </a:rPr>
                <a:t>GUI of the built-in </a:t>
              </a:r>
              <a:r>
                <a:rPr lang="en-US" altLang="en-US" sz="1400" b="1">
                  <a:solidFill>
                    <a:srgbClr val="003399"/>
                  </a:solidFill>
                  <a:cs typeface="Times New Roman (Hebrew)" panose="02020603050405020304" pitchFamily="18" charset="0"/>
                </a:rPr>
                <a:t>Screen.hdl</a:t>
              </a:r>
              <a:r>
                <a:rPr lang="en-US" altLang="en-US" sz="1400" b="1">
                  <a:solidFill>
                    <a:srgbClr val="800000"/>
                  </a:solidFill>
                  <a:cs typeface="Times New Roman (Hebrew)" panose="02020603050405020304" pitchFamily="18" charset="0"/>
                </a:rPr>
                <a:t> chip</a:t>
              </a:r>
              <a:endParaRPr lang="en-US" altLang="en-US" sz="1400" b="1">
                <a:solidFill>
                  <a:schemeClr val="tx1"/>
                </a:solidFill>
                <a:cs typeface="Times New Roman (Hebrew)" panose="02020603050405020304" pitchFamily="18" charset="0"/>
              </a:endParaRPr>
            </a:p>
          </p:txBody>
        </p:sp>
        <p:grpSp>
          <p:nvGrpSpPr>
            <p:cNvPr id="156682" name="Group 10">
              <a:extLst>
                <a:ext uri="{FF2B5EF4-FFF2-40B4-BE49-F238E27FC236}">
                  <a16:creationId xmlns:a16="http://schemas.microsoft.com/office/drawing/2014/main" id="{ED3433DF-765D-CC44-9A82-95D4F513F547}"/>
                </a:ext>
              </a:extLst>
            </p:cNvPr>
            <p:cNvGrpSpPr>
              <a:grpSpLocks/>
            </p:cNvGrpSpPr>
            <p:nvPr/>
          </p:nvGrpSpPr>
          <p:grpSpPr bwMode="auto">
            <a:xfrm>
              <a:off x="2928" y="2928"/>
              <a:ext cx="1056" cy="912"/>
              <a:chOff x="2880" y="3024"/>
              <a:chExt cx="1056" cy="912"/>
            </a:xfrm>
          </p:grpSpPr>
          <p:grpSp>
            <p:nvGrpSpPr>
              <p:cNvPr id="156683" name="Group 11">
                <a:extLst>
                  <a:ext uri="{FF2B5EF4-FFF2-40B4-BE49-F238E27FC236}">
                    <a16:creationId xmlns:a16="http://schemas.microsoft.com/office/drawing/2014/main" id="{5BEC1D24-8CAE-B745-B0E6-887D9FC3CD11}"/>
                  </a:ext>
                </a:extLst>
              </p:cNvPr>
              <p:cNvGrpSpPr>
                <a:grpSpLocks/>
              </p:cNvGrpSpPr>
              <p:nvPr/>
            </p:nvGrpSpPr>
            <p:grpSpPr bwMode="auto">
              <a:xfrm>
                <a:off x="2880" y="3168"/>
                <a:ext cx="1056" cy="768"/>
                <a:chOff x="2880" y="3168"/>
                <a:chExt cx="1056" cy="768"/>
              </a:xfrm>
            </p:grpSpPr>
            <p:sp>
              <p:nvSpPr>
                <p:cNvPr id="156684" name="AutoShape 12">
                  <a:extLst>
                    <a:ext uri="{FF2B5EF4-FFF2-40B4-BE49-F238E27FC236}">
                      <a16:creationId xmlns:a16="http://schemas.microsoft.com/office/drawing/2014/main" id="{A5E81980-8884-7543-935F-1F6A12066826}"/>
                    </a:ext>
                  </a:extLst>
                </p:cNvPr>
                <p:cNvSpPr>
                  <a:spLocks noChangeArrowheads="1"/>
                </p:cNvSpPr>
                <p:nvPr/>
              </p:nvSpPr>
              <p:spPr bwMode="auto">
                <a:xfrm>
                  <a:off x="2880" y="3456"/>
                  <a:ext cx="1056" cy="480"/>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nchor="ctr"/>
                <a:lstStyle/>
                <a:p>
                  <a:pPr eaLnBrk="0" hangingPunct="0"/>
                  <a:r>
                    <a:rPr lang="en-US" altLang="en-US" sz="1400" b="1">
                      <a:solidFill>
                        <a:srgbClr val="800000"/>
                      </a:solidFill>
                      <a:cs typeface="Times New Roman (Hebrew)" panose="02020603050405020304" pitchFamily="18" charset="0"/>
                    </a:rPr>
                    <a:t>GUI of the built-in </a:t>
                  </a:r>
                  <a:r>
                    <a:rPr lang="en-US" altLang="en-US" sz="1400" b="1">
                      <a:solidFill>
                        <a:srgbClr val="003399"/>
                      </a:solidFill>
                      <a:cs typeface="Times New Roman (Hebrew)" panose="02020603050405020304" pitchFamily="18" charset="0"/>
                    </a:rPr>
                    <a:t>RAM16K.hdl</a:t>
                  </a:r>
                  <a:r>
                    <a:rPr lang="en-US" altLang="en-US" sz="1400" b="1">
                      <a:solidFill>
                        <a:srgbClr val="800000"/>
                      </a:solidFill>
                      <a:cs typeface="Times New Roman (Hebrew)" panose="02020603050405020304" pitchFamily="18" charset="0"/>
                    </a:rPr>
                    <a:t> chip</a:t>
                  </a:r>
                </a:p>
              </p:txBody>
            </p:sp>
            <p:cxnSp>
              <p:nvCxnSpPr>
                <p:cNvPr id="156685" name="AutoShape 13">
                  <a:extLst>
                    <a:ext uri="{FF2B5EF4-FFF2-40B4-BE49-F238E27FC236}">
                      <a16:creationId xmlns:a16="http://schemas.microsoft.com/office/drawing/2014/main" id="{D7E6DBD9-671F-5F4A-A18C-60BC8458E2C0}"/>
                    </a:ext>
                  </a:extLst>
                </p:cNvPr>
                <p:cNvCxnSpPr>
                  <a:cxnSpLocks noChangeShapeType="1"/>
                  <a:stCxn id="156684" idx="0"/>
                  <a:endCxn id="156686" idx="2"/>
                </p:cNvCxnSpPr>
                <p:nvPr/>
              </p:nvCxnSpPr>
              <p:spPr bwMode="auto">
                <a:xfrm flipV="1">
                  <a:off x="3408" y="3168"/>
                  <a:ext cx="0" cy="282"/>
                </a:xfrm>
                <a:prstGeom prst="straightConnector1">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6686" name="Rectangle 14">
                <a:extLst>
                  <a:ext uri="{FF2B5EF4-FFF2-40B4-BE49-F238E27FC236}">
                    <a16:creationId xmlns:a16="http://schemas.microsoft.com/office/drawing/2014/main" id="{5B151133-DD56-094C-A081-B9728DB10E9A}"/>
                  </a:ext>
                </a:extLst>
              </p:cNvPr>
              <p:cNvSpPr>
                <a:spLocks noChangeArrowheads="1"/>
              </p:cNvSpPr>
              <p:nvPr/>
            </p:nvSpPr>
            <p:spPr bwMode="auto">
              <a:xfrm>
                <a:off x="3312" y="3024"/>
                <a:ext cx="19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grpSp>
          <p:nvGrpSpPr>
            <p:cNvPr id="156687" name="Group 15">
              <a:extLst>
                <a:ext uri="{FF2B5EF4-FFF2-40B4-BE49-F238E27FC236}">
                  <a16:creationId xmlns:a16="http://schemas.microsoft.com/office/drawing/2014/main" id="{B3220C58-B554-3943-B37A-6D7ACB4D079B}"/>
                </a:ext>
              </a:extLst>
            </p:cNvPr>
            <p:cNvGrpSpPr>
              <a:grpSpLocks/>
            </p:cNvGrpSpPr>
            <p:nvPr/>
          </p:nvGrpSpPr>
          <p:grpSpPr bwMode="auto">
            <a:xfrm>
              <a:off x="3888" y="2256"/>
              <a:ext cx="1248" cy="1152"/>
              <a:chOff x="4032" y="2208"/>
              <a:chExt cx="1248" cy="1152"/>
            </a:xfrm>
          </p:grpSpPr>
          <p:sp>
            <p:nvSpPr>
              <p:cNvPr id="156688" name="AutoShape 16">
                <a:extLst>
                  <a:ext uri="{FF2B5EF4-FFF2-40B4-BE49-F238E27FC236}">
                    <a16:creationId xmlns:a16="http://schemas.microsoft.com/office/drawing/2014/main" id="{2371D575-27C3-3749-809F-40FC8EAEFB31}"/>
                  </a:ext>
                </a:extLst>
              </p:cNvPr>
              <p:cNvSpPr>
                <a:spLocks noChangeArrowheads="1"/>
              </p:cNvSpPr>
              <p:nvPr/>
            </p:nvSpPr>
            <p:spPr bwMode="auto">
              <a:xfrm>
                <a:off x="4224" y="2880"/>
                <a:ext cx="1056" cy="480"/>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nchor="ctr"/>
              <a:lstStyle/>
              <a:p>
                <a:pPr eaLnBrk="0" hangingPunct="0"/>
                <a:r>
                  <a:rPr lang="en-US" altLang="en-US" sz="1400" b="1">
                    <a:solidFill>
                      <a:srgbClr val="800000"/>
                    </a:solidFill>
                    <a:cs typeface="Times New Roman (Hebrew)" panose="02020603050405020304" pitchFamily="18" charset="0"/>
                  </a:rPr>
                  <a:t>GUI of the built-in </a:t>
                </a:r>
                <a:r>
                  <a:rPr lang="en-US" altLang="en-US" sz="1400" b="1">
                    <a:solidFill>
                      <a:srgbClr val="003399"/>
                    </a:solidFill>
                    <a:cs typeface="Times New Roman (Hebrew)" panose="02020603050405020304" pitchFamily="18" charset="0"/>
                  </a:rPr>
                  <a:t>Keyboard.hdl</a:t>
                </a:r>
                <a:r>
                  <a:rPr lang="en-US" altLang="en-US" sz="1400" b="1">
                    <a:solidFill>
                      <a:srgbClr val="800000"/>
                    </a:solidFill>
                    <a:cs typeface="Times New Roman (Hebrew)" panose="02020603050405020304" pitchFamily="18" charset="0"/>
                  </a:rPr>
                  <a:t> chip</a:t>
                </a:r>
              </a:p>
            </p:txBody>
          </p:sp>
          <p:cxnSp>
            <p:nvCxnSpPr>
              <p:cNvPr id="156689" name="AutoShape 17">
                <a:extLst>
                  <a:ext uri="{FF2B5EF4-FFF2-40B4-BE49-F238E27FC236}">
                    <a16:creationId xmlns:a16="http://schemas.microsoft.com/office/drawing/2014/main" id="{4181FAAB-24C7-D540-BD5D-0832298BD22F}"/>
                  </a:ext>
                </a:extLst>
              </p:cNvPr>
              <p:cNvCxnSpPr>
                <a:cxnSpLocks noChangeShapeType="1"/>
                <a:stCxn id="156688" idx="0"/>
                <a:endCxn id="156690" idx="2"/>
              </p:cNvCxnSpPr>
              <p:nvPr/>
            </p:nvCxnSpPr>
            <p:spPr bwMode="auto">
              <a:xfrm flipV="1">
                <a:off x="4752" y="2352"/>
                <a:ext cx="192" cy="522"/>
              </a:xfrm>
              <a:prstGeom prst="straightConnector1">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690" name="Rectangle 18">
                <a:extLst>
                  <a:ext uri="{FF2B5EF4-FFF2-40B4-BE49-F238E27FC236}">
                    <a16:creationId xmlns:a16="http://schemas.microsoft.com/office/drawing/2014/main" id="{DBB5560D-A58B-A84F-8730-8BB7B9321B7C}"/>
                  </a:ext>
                </a:extLst>
              </p:cNvPr>
              <p:cNvSpPr>
                <a:spLocks noChangeArrowheads="1"/>
              </p:cNvSpPr>
              <p:nvPr/>
            </p:nvSpPr>
            <p:spPr bwMode="auto">
              <a:xfrm>
                <a:off x="4848" y="2208"/>
                <a:ext cx="19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cxnSp>
            <p:nvCxnSpPr>
              <p:cNvPr id="156691" name="AutoShape 19">
                <a:extLst>
                  <a:ext uri="{FF2B5EF4-FFF2-40B4-BE49-F238E27FC236}">
                    <a16:creationId xmlns:a16="http://schemas.microsoft.com/office/drawing/2014/main" id="{0955A6D1-6AF9-464E-A767-1EE619F92306}"/>
                  </a:ext>
                </a:extLst>
              </p:cNvPr>
              <p:cNvCxnSpPr>
                <a:cxnSpLocks noChangeShapeType="1"/>
                <a:stCxn id="156688" idx="0"/>
                <a:endCxn id="156692" idx="2"/>
              </p:cNvCxnSpPr>
              <p:nvPr/>
            </p:nvCxnSpPr>
            <p:spPr bwMode="auto">
              <a:xfrm flipH="1" flipV="1">
                <a:off x="4128" y="2352"/>
                <a:ext cx="624" cy="522"/>
              </a:xfrm>
              <a:prstGeom prst="straightConnector1">
                <a:avLst/>
              </a:prstGeom>
              <a:noFill/>
              <a:ln w="19050">
                <a:solidFill>
                  <a:srgbClr val="BD5201"/>
                </a:solidFill>
                <a:round/>
                <a:headEnd/>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692" name="Rectangle 20">
                <a:extLst>
                  <a:ext uri="{FF2B5EF4-FFF2-40B4-BE49-F238E27FC236}">
                    <a16:creationId xmlns:a16="http://schemas.microsoft.com/office/drawing/2014/main" id="{737D12A2-87FA-724F-84D7-8E2F1D582B8B}"/>
                  </a:ext>
                </a:extLst>
              </p:cNvPr>
              <p:cNvSpPr>
                <a:spLocks noChangeArrowheads="1"/>
              </p:cNvSpPr>
              <p:nvPr/>
            </p:nvSpPr>
            <p:spPr bwMode="auto">
              <a:xfrm>
                <a:off x="4032" y="2208"/>
                <a:ext cx="192"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en-US"/>
              </a:p>
            </p:txBody>
          </p:sp>
        </p:grpSp>
      </p:grpSp>
      <p:sp>
        <p:nvSpPr>
          <p:cNvPr id="156693" name="AutoShape 21">
            <a:extLst>
              <a:ext uri="{FF2B5EF4-FFF2-40B4-BE49-F238E27FC236}">
                <a16:creationId xmlns:a16="http://schemas.microsoft.com/office/drawing/2014/main" id="{BFA56B53-10CD-9449-9347-3937D95FF5FC}"/>
              </a:ext>
            </a:extLst>
          </p:cNvPr>
          <p:cNvSpPr>
            <a:spLocks noChangeArrowheads="1"/>
          </p:cNvSpPr>
          <p:nvPr/>
        </p:nvSpPr>
        <p:spPr bwMode="auto">
          <a:xfrm>
            <a:off x="4572000" y="1828800"/>
            <a:ext cx="3886200" cy="1524000"/>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eaLnBrk="0" hangingPunct="0"/>
            <a:r>
              <a:rPr lang="en-US" altLang="en-US" sz="1200">
                <a:solidFill>
                  <a:schemeClr val="tx1"/>
                </a:solidFill>
                <a:cs typeface="Times New Roman (Hebrew)" panose="02020603050405020304" pitchFamily="18" charset="0"/>
              </a:rPr>
              <a:t>For each GUI-empowered built-in chip that appears in the definition of the loaded chip, the simulator does its best to put the chip GUI in this area.</a:t>
            </a:r>
          </a:p>
          <a:p>
            <a:pPr algn="l" eaLnBrk="0" hangingPunct="0"/>
            <a:endParaRPr lang="en-US" altLang="en-US" sz="1200">
              <a:solidFill>
                <a:schemeClr val="tx1"/>
              </a:solidFill>
              <a:cs typeface="Times New Roman (Hebrew)" panose="02020603050405020304" pitchFamily="18" charset="0"/>
            </a:endParaRPr>
          </a:p>
          <a:p>
            <a:pPr algn="l" eaLnBrk="0" hangingPunct="0"/>
            <a:r>
              <a:rPr lang="en-US" altLang="en-US" sz="1200">
                <a:solidFill>
                  <a:schemeClr val="tx1"/>
                </a:solidFill>
                <a:cs typeface="Times New Roman (Hebrew)" panose="02020603050405020304" pitchFamily="18" charset="0"/>
              </a:rPr>
              <a:t>The actual GUI’s behaviors are then effected by the Java classes that implement the built-in chips.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66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6680"/>
                                        </p:tgtEl>
                                        <p:attrNameLst>
                                          <p:attrName>style.visibility</p:attrName>
                                        </p:attrNameLst>
                                      </p:cBhvr>
                                      <p:to>
                                        <p:strVal val="visible"/>
                                      </p:to>
                                    </p:set>
                                  </p:childTnLst>
                                  <p:subTnLst>
                                    <p:set>
                                      <p:cBhvr override="childStyle">
                                        <p:cTn dur="1" fill="hold" display="0" masterRel="nextClick" afterEffect="1"/>
                                        <p:tgtEl>
                                          <p:spTgt spid="156680"/>
                                        </p:tgtEl>
                                        <p:attrNameLst>
                                          <p:attrName>style.visibility</p:attrName>
                                        </p:attrNameLst>
                                      </p:cBhvr>
                                      <p:to>
                                        <p:strVal val="hidden"/>
                                      </p:to>
                                    </p:set>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6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93" grpId="0" animBg="1"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D84F608D-C192-174A-B179-276D8FE7F69D}"/>
              </a:ext>
            </a:extLst>
          </p:cNvPr>
          <p:cNvSpPr>
            <a:spLocks noGrp="1" noChangeArrowheads="1"/>
          </p:cNvSpPr>
          <p:nvPr>
            <p:ph type="title"/>
          </p:nvPr>
        </p:nvSpPr>
        <p:spPr/>
        <p:txBody>
          <a:bodyPr/>
          <a:lstStyle/>
          <a:p>
            <a:r>
              <a:rPr lang="en-US" altLang="en-US"/>
              <a:t>The Logic of the GUIDemo Chip</a:t>
            </a:r>
          </a:p>
        </p:txBody>
      </p:sp>
      <p:sp>
        <p:nvSpPr>
          <p:cNvPr id="157699" name="Text Box 3">
            <a:extLst>
              <a:ext uri="{FF2B5EF4-FFF2-40B4-BE49-F238E27FC236}">
                <a16:creationId xmlns:a16="http://schemas.microsoft.com/office/drawing/2014/main" id="{6B768126-36CA-9A41-8D4C-5D38F8374571}"/>
              </a:ext>
            </a:extLst>
          </p:cNvPr>
          <p:cNvSpPr txBox="1">
            <a:spLocks noChangeArrowheads="1"/>
          </p:cNvSpPr>
          <p:nvPr/>
        </p:nvSpPr>
        <p:spPr bwMode="auto">
          <a:xfrm>
            <a:off x="609600" y="990600"/>
            <a:ext cx="7543800" cy="26670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190800" rIns="93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Demo of built-in chips with GUI effects</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CHIP GUIDemo {</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IN in[16],load,address[15];</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OUT out[16];</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PARTS:</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a:t>
            </a:r>
            <a:r>
              <a:rPr lang="en-US" altLang="en-US" sz="1600" b="1">
                <a:solidFill>
                  <a:srgbClr val="003399"/>
                </a:solidFill>
                <a:latin typeface="Courier New" panose="02070309020205020404" pitchFamily="49" charset="0"/>
                <a:cs typeface="Courier New" panose="02070309020205020404" pitchFamily="49" charset="0"/>
              </a:rPr>
              <a:t>RAM16K</a:t>
            </a:r>
            <a:r>
              <a:rPr lang="en-US" altLang="en-US" sz="1600" b="1">
                <a:latin typeface="Courier New" panose="02070309020205020404" pitchFamily="49" charset="0"/>
                <a:cs typeface="Courier New" panose="02070309020205020404" pitchFamily="49" charset="0"/>
              </a:rPr>
              <a:t>(in=in,load=load,address=address[0..13],out=null);</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a:t>
            </a:r>
            <a:r>
              <a:rPr lang="en-US" altLang="en-US" sz="1600" b="1">
                <a:solidFill>
                  <a:srgbClr val="003399"/>
                </a:solidFill>
                <a:latin typeface="Courier New" panose="02070309020205020404" pitchFamily="49" charset="0"/>
                <a:cs typeface="Courier New" panose="02070309020205020404" pitchFamily="49" charset="0"/>
              </a:rPr>
              <a:t>Screen</a:t>
            </a:r>
            <a:r>
              <a:rPr lang="en-US" altLang="en-US" sz="1600" b="1">
                <a:latin typeface="Courier New" panose="02070309020205020404" pitchFamily="49" charset="0"/>
                <a:cs typeface="Courier New" panose="02070309020205020404" pitchFamily="49" charset="0"/>
              </a:rPr>
              <a:t>(in=in,load=load,address=address[0..12],out=null);</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  </a:t>
            </a:r>
            <a:r>
              <a:rPr lang="en-US" altLang="en-US" sz="1600" b="1">
                <a:solidFill>
                  <a:srgbClr val="003399"/>
                </a:solidFill>
                <a:latin typeface="Courier New" panose="02070309020205020404" pitchFamily="49" charset="0"/>
                <a:cs typeface="Courier New" panose="02070309020205020404" pitchFamily="49" charset="0"/>
              </a:rPr>
              <a:t>Keyboard</a:t>
            </a:r>
            <a:r>
              <a:rPr lang="en-US" altLang="en-US" sz="1600" b="1">
                <a:latin typeface="Courier New" panose="02070309020205020404" pitchFamily="49" charset="0"/>
                <a:cs typeface="Courier New" panose="02070309020205020404" pitchFamily="49" charset="0"/>
              </a:rPr>
              <a:t>(out=null);</a:t>
            </a:r>
          </a:p>
          <a:p>
            <a:pPr algn="l" rtl="0">
              <a:spcBef>
                <a:spcPct val="10000"/>
              </a:spcBef>
              <a:buClr>
                <a:srgbClr val="000099"/>
              </a:buClr>
              <a:buFont typeface="Wingdings" pitchFamily="2" charset="2"/>
              <a:buNone/>
            </a:pPr>
            <a:r>
              <a:rPr lang="en-US" altLang="en-US" sz="1600" b="1">
                <a:latin typeface="Courier New" panose="02070309020205020404" pitchFamily="49" charset="0"/>
                <a:cs typeface="Courier New" panose="02070309020205020404" pitchFamily="49" charset="0"/>
              </a:rPr>
              <a:t>}</a:t>
            </a:r>
          </a:p>
          <a:p>
            <a:pPr algn="l" rtl="0">
              <a:spcBef>
                <a:spcPct val="10000"/>
              </a:spcBef>
              <a:buClr>
                <a:srgbClr val="000099"/>
              </a:buClr>
              <a:buFont typeface="Wingdings" pitchFamily="2" charset="2"/>
              <a:buNone/>
            </a:pPr>
            <a:endParaRPr lang="en-US" altLang="en-US" sz="1600" b="1">
              <a:latin typeface="Courier New" panose="02070309020205020404" pitchFamily="49" charset="0"/>
              <a:cs typeface="Courier New" panose="02070309020205020404" pitchFamily="49" charset="0"/>
            </a:endParaRPr>
          </a:p>
          <a:p>
            <a:pPr algn="l" rtl="0">
              <a:spcBef>
                <a:spcPct val="10000"/>
              </a:spcBef>
              <a:buClr>
                <a:srgbClr val="000099"/>
              </a:buClr>
              <a:buFont typeface="Wingdings" pitchFamily="2" charset="2"/>
              <a:buNone/>
            </a:pPr>
            <a:endParaRPr lang="en-US" altLang="en-US" sz="1600" b="1">
              <a:solidFill>
                <a:srgbClr val="003399"/>
              </a:solidFill>
              <a:latin typeface="Courier New" panose="02070309020205020404" pitchFamily="49" charset="0"/>
              <a:cs typeface="Courier New" panose="02070309020205020404" pitchFamily="49" charset="0"/>
            </a:endParaRPr>
          </a:p>
        </p:txBody>
      </p:sp>
      <p:sp>
        <p:nvSpPr>
          <p:cNvPr id="157700" name="Rectangle 4">
            <a:extLst>
              <a:ext uri="{FF2B5EF4-FFF2-40B4-BE49-F238E27FC236}">
                <a16:creationId xmlns:a16="http://schemas.microsoft.com/office/drawing/2014/main" id="{CF87FDBF-47A1-8E42-811D-98D70BA53D45}"/>
              </a:ext>
            </a:extLst>
          </p:cNvPr>
          <p:cNvSpPr>
            <a:spLocks noChangeArrowheads="1"/>
          </p:cNvSpPr>
          <p:nvPr/>
        </p:nvSpPr>
        <p:spPr bwMode="auto">
          <a:xfrm>
            <a:off x="457200" y="4038600"/>
            <a:ext cx="82296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Char char="§"/>
            </a:pPr>
            <a:r>
              <a:rPr lang="en-US" altLang="en-US" sz="1800" b="1">
                <a:latin typeface="Arial" panose="020B0604020202020204" pitchFamily="34" charset="0"/>
              </a:rPr>
              <a:t>Effect:</a:t>
            </a:r>
            <a:r>
              <a:rPr lang="en-US" altLang="en-US" sz="1800">
                <a:latin typeface="Arial" panose="020B0604020202020204" pitchFamily="34" charset="0"/>
              </a:rPr>
              <a:t> When the simulator evaluates this chip, it displays the GUI side-effects of its built-in chip parts</a:t>
            </a:r>
          </a:p>
          <a:p>
            <a:pPr algn="l" rtl="0">
              <a:spcBef>
                <a:spcPct val="40000"/>
              </a:spcBef>
              <a:buClr>
                <a:srgbClr val="006600"/>
              </a:buClr>
              <a:buSzPct val="110000"/>
              <a:buFont typeface="Wingdings" pitchFamily="2" charset="2"/>
              <a:buChar char="§"/>
            </a:pPr>
            <a:r>
              <a:rPr lang="en-US" altLang="en-US" sz="1800" b="1">
                <a:latin typeface="Arial" panose="020B0604020202020204" pitchFamily="34" charset="0"/>
              </a:rPr>
              <a:t>Chip logic:</a:t>
            </a:r>
            <a:r>
              <a:rPr lang="en-US" altLang="en-US" sz="1800">
                <a:latin typeface="Arial" panose="020B0604020202020204" pitchFamily="34" charset="0"/>
              </a:rPr>
              <a:t> The only purpose of this demo chip is to force the simulator to show the GUI of some built-in chips. Other than that, the chip logic is meaningless: it simultaneously feeds the 16-bit data input (</a:t>
            </a:r>
            <a:r>
              <a:rPr lang="en-US" altLang="en-US" sz="1600" b="1">
                <a:solidFill>
                  <a:srgbClr val="003399"/>
                </a:solidFill>
                <a:latin typeface="Courier New" panose="02070309020205020404" pitchFamily="49" charset="0"/>
                <a:cs typeface="Courier New" panose="02070309020205020404" pitchFamily="49" charset="0"/>
              </a:rPr>
              <a:t>in</a:t>
            </a:r>
            <a:r>
              <a:rPr lang="en-US" altLang="en-US" sz="1800">
                <a:latin typeface="Arial" panose="020B0604020202020204" pitchFamily="34" charset="0"/>
              </a:rPr>
              <a:t>) into the </a:t>
            </a:r>
            <a:r>
              <a:rPr lang="en-US" altLang="en-US" sz="1600" b="1">
                <a:solidFill>
                  <a:srgbClr val="003399"/>
                </a:solidFill>
                <a:latin typeface="Courier New" panose="02070309020205020404" pitchFamily="49" charset="0"/>
                <a:cs typeface="Courier New" panose="02070309020205020404" pitchFamily="49" charset="0"/>
              </a:rPr>
              <a:t>RAM16K</a:t>
            </a:r>
            <a:r>
              <a:rPr lang="en-US" altLang="en-US" sz="1800">
                <a:latin typeface="Arial" panose="020B0604020202020204" pitchFamily="34" charset="0"/>
              </a:rPr>
              <a:t> and the </a:t>
            </a:r>
            <a:r>
              <a:rPr lang="en-US" altLang="en-US" sz="1600" b="1">
                <a:solidFill>
                  <a:srgbClr val="003399"/>
                </a:solidFill>
                <a:latin typeface="Courier New" panose="02070309020205020404" pitchFamily="49" charset="0"/>
                <a:cs typeface="Courier New" panose="02070309020205020404" pitchFamily="49" charset="0"/>
              </a:rPr>
              <a:t>Screen</a:t>
            </a:r>
            <a:r>
              <a:rPr lang="en-US" altLang="en-US" sz="1800">
                <a:latin typeface="Arial" panose="020B0604020202020204" pitchFamily="34" charset="0"/>
              </a:rPr>
              <a:t> chips, and it does nothing with the keyboard.</a:t>
            </a:r>
          </a:p>
        </p:txBody>
      </p:sp>
      <p:sp>
        <p:nvSpPr>
          <p:cNvPr id="157701" name="AutoShape 5">
            <a:extLst>
              <a:ext uri="{FF2B5EF4-FFF2-40B4-BE49-F238E27FC236}">
                <a16:creationId xmlns:a16="http://schemas.microsoft.com/office/drawing/2014/main" id="{AD2C2DFA-895C-4842-8B40-385CAED295BC}"/>
              </a:ext>
            </a:extLst>
          </p:cNvPr>
          <p:cNvSpPr>
            <a:spLocks noChangeArrowheads="1"/>
          </p:cNvSpPr>
          <p:nvPr/>
        </p:nvSpPr>
        <p:spPr bwMode="auto">
          <a:xfrm>
            <a:off x="6781800" y="685800"/>
            <a:ext cx="1600200" cy="1524000"/>
          </a:xfrm>
          <a:prstGeom prst="wedgeRoundRectCallout">
            <a:avLst>
              <a:gd name="adj1" fmla="val -165574"/>
              <a:gd name="adj2" fmla="val 6333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sz="1400" b="1">
                <a:solidFill>
                  <a:srgbClr val="003399"/>
                </a:solidFill>
                <a:latin typeface="Courier New" panose="02070309020205020404" pitchFamily="49" charset="0"/>
                <a:cs typeface="Courier New" panose="02070309020205020404" pitchFamily="49" charset="0"/>
              </a:rPr>
              <a:t>RAM16K</a:t>
            </a:r>
            <a:r>
              <a:rPr lang="en-US" altLang="en-US" sz="1400">
                <a:latin typeface="Arial" panose="020B0604020202020204" pitchFamily="34" charset="0"/>
              </a:rPr>
              <a:t>,</a:t>
            </a:r>
            <a:r>
              <a:rPr lang="en-US" altLang="en-US" sz="1400" b="1">
                <a:latin typeface="Arial" panose="020B0604020202020204" pitchFamily="34" charset="0"/>
              </a:rPr>
              <a:t> </a:t>
            </a:r>
            <a:r>
              <a:rPr lang="en-US" altLang="en-US" sz="1400" b="1">
                <a:solidFill>
                  <a:srgbClr val="003399"/>
                </a:solidFill>
                <a:latin typeface="Courier New" panose="02070309020205020404" pitchFamily="49" charset="0"/>
                <a:cs typeface="Courier New" panose="02070309020205020404" pitchFamily="49" charset="0"/>
              </a:rPr>
              <a:t>Screen</a:t>
            </a:r>
            <a:r>
              <a:rPr lang="en-US" altLang="en-US" sz="1400">
                <a:latin typeface="Arial" panose="020B0604020202020204" pitchFamily="34" charset="0"/>
              </a:rPr>
              <a:t>, &amp; </a:t>
            </a:r>
            <a:r>
              <a:rPr lang="en-US" altLang="en-US" sz="1400" b="1">
                <a:solidFill>
                  <a:srgbClr val="003399"/>
                </a:solidFill>
                <a:latin typeface="Courier New" panose="02070309020205020404" pitchFamily="49" charset="0"/>
                <a:cs typeface="Courier New" panose="02070309020205020404" pitchFamily="49" charset="0"/>
              </a:rPr>
              <a:t>Keyboard </a:t>
            </a:r>
            <a:r>
              <a:rPr lang="en-US" altLang="en-US" sz="1400">
                <a:latin typeface="Arial" panose="020B0604020202020204" pitchFamily="34" charset="0"/>
              </a:rPr>
              <a:t>are built-in chips with GUI side-effects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77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7700">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770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0" grpId="0" build="p" autoUpdateAnimBg="0"/>
      <p:bldP spid="157701"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8722" name="Picture 2">
            <a:extLst>
              <a:ext uri="{FF2B5EF4-FFF2-40B4-BE49-F238E27FC236}">
                <a16:creationId xmlns:a16="http://schemas.microsoft.com/office/drawing/2014/main" id="{AA319F3E-0E1D-4845-9DD8-0FDD4E1A0C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58727" name="Group 7">
            <a:extLst>
              <a:ext uri="{FF2B5EF4-FFF2-40B4-BE49-F238E27FC236}">
                <a16:creationId xmlns:a16="http://schemas.microsoft.com/office/drawing/2014/main" id="{E09411FD-F390-1A40-9392-501AE851E77D}"/>
              </a:ext>
            </a:extLst>
          </p:cNvPr>
          <p:cNvGrpSpPr>
            <a:grpSpLocks/>
          </p:cNvGrpSpPr>
          <p:nvPr/>
        </p:nvGrpSpPr>
        <p:grpSpPr bwMode="auto">
          <a:xfrm>
            <a:off x="304800" y="2057400"/>
            <a:ext cx="4038600" cy="3124200"/>
            <a:chOff x="192" y="1296"/>
            <a:chExt cx="2544" cy="1968"/>
          </a:xfrm>
        </p:grpSpPr>
        <p:sp>
          <p:nvSpPr>
            <p:cNvPr id="158728" name="Oval 8">
              <a:extLst>
                <a:ext uri="{FF2B5EF4-FFF2-40B4-BE49-F238E27FC236}">
                  <a16:creationId xmlns:a16="http://schemas.microsoft.com/office/drawing/2014/main" id="{21DCD1DF-673C-7A4B-A170-38795EDF8EEA}"/>
                </a:ext>
              </a:extLst>
            </p:cNvPr>
            <p:cNvSpPr>
              <a:spLocks noChangeArrowheads="1"/>
            </p:cNvSpPr>
            <p:nvPr/>
          </p:nvSpPr>
          <p:spPr bwMode="auto">
            <a:xfrm>
              <a:off x="192" y="1296"/>
              <a:ext cx="1440" cy="528"/>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9" name="AutoShape 9">
              <a:extLst>
                <a:ext uri="{FF2B5EF4-FFF2-40B4-BE49-F238E27FC236}">
                  <a16:creationId xmlns:a16="http://schemas.microsoft.com/office/drawing/2014/main" id="{610D25D2-EF55-114D-B008-7548F962F056}"/>
                </a:ext>
              </a:extLst>
            </p:cNvPr>
            <p:cNvSpPr>
              <a:spLocks noChangeArrowheads="1"/>
            </p:cNvSpPr>
            <p:nvPr/>
          </p:nvSpPr>
          <p:spPr bwMode="auto">
            <a:xfrm>
              <a:off x="1536" y="2304"/>
              <a:ext cx="1200" cy="960"/>
            </a:xfrm>
            <a:prstGeom prst="wedgeRoundRectCallout">
              <a:avLst>
                <a:gd name="adj1" fmla="val -70583"/>
                <a:gd name="adj2" fmla="val -10250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marL="288925" indent="-19685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400">
                  <a:latin typeface="Arial Unicode MS" panose="020B0604020202020204" pitchFamily="34" charset="-128"/>
                  <a:ea typeface="Arial Unicode MS" panose="020B0604020202020204" pitchFamily="34" charset="-128"/>
                  <a:cs typeface="Arial Unicode MS" panose="020B0604020202020204" pitchFamily="34" charset="-128"/>
                </a:rPr>
                <a:t>1.</a:t>
              </a:r>
              <a:r>
                <a:rPr lang="en-US" altLang="en-US" sz="1400">
                  <a:latin typeface="Arial" panose="020B0604020202020204" pitchFamily="34" charset="0"/>
                  <a:cs typeface="Arial" panose="020B0604020202020204" pitchFamily="34" charset="0"/>
                </a:rPr>
                <a:t> </a:t>
              </a:r>
              <a:r>
                <a:rPr lang="en-US" altLang="en-US" sz="1400" u="sng">
                  <a:latin typeface="Arial" panose="020B0604020202020204" pitchFamily="34" charset="0"/>
                  <a:cs typeface="Arial" panose="020B0604020202020204" pitchFamily="34" charset="0"/>
                </a:rPr>
                <a:t>User enters:</a:t>
              </a:r>
              <a:r>
                <a:rPr lang="en-US" altLang="en-US" sz="1400">
                  <a:latin typeface="Arial" panose="020B0604020202020204" pitchFamily="34" charset="0"/>
                  <a:cs typeface="Arial" panose="020B0604020202020204" pitchFamily="34" charset="0"/>
                </a:rPr>
                <a:t> </a:t>
              </a:r>
            </a:p>
            <a:p>
              <a:pPr algn="l" rtl="0">
                <a:spcBef>
                  <a:spcPct val="30000"/>
                </a:spcBef>
                <a:buClr>
                  <a:srgbClr val="006600"/>
                </a:buClr>
                <a:buSzPct val="130000"/>
                <a:buFont typeface="Wingdings" pitchFamily="2" charset="2"/>
                <a:buChar char="§"/>
              </a:pPr>
              <a:r>
                <a:rPr lang="en-US" altLang="en-US" sz="1400">
                  <a:solidFill>
                    <a:srgbClr val="003399"/>
                  </a:solidFill>
                  <a:latin typeface="Arial" panose="020B0604020202020204" pitchFamily="34" charset="0"/>
                  <a:cs typeface="Arial" panose="020B0604020202020204" pitchFamily="34" charset="0"/>
                </a:rPr>
                <a:t>in</a:t>
              </a:r>
              <a:r>
                <a:rPr lang="en-US" altLang="en-US" sz="1400">
                  <a:latin typeface="Arial" panose="020B0604020202020204" pitchFamily="34" charset="0"/>
                  <a:cs typeface="Arial" panose="020B0604020202020204" pitchFamily="34" charset="0"/>
                </a:rPr>
                <a:t> = –1</a:t>
              </a:r>
              <a:br>
                <a:rPr lang="en-US" altLang="en-US" sz="1400">
                  <a:latin typeface="Arial" panose="020B0604020202020204" pitchFamily="34" charset="0"/>
                  <a:cs typeface="Arial" panose="020B0604020202020204" pitchFamily="34" charset="0"/>
                </a:rPr>
              </a:br>
              <a:r>
                <a:rPr lang="en-US" altLang="en-US" sz="1400">
                  <a:latin typeface="Arial" panose="020B0604020202020204" pitchFamily="34" charset="0"/>
                  <a:cs typeface="Arial" panose="020B0604020202020204" pitchFamily="34" charset="0"/>
                </a:rPr>
                <a:t>(=16 1’s in binary)</a:t>
              </a:r>
            </a:p>
            <a:p>
              <a:pPr algn="l" rtl="0">
                <a:spcBef>
                  <a:spcPct val="30000"/>
                </a:spcBef>
                <a:buClr>
                  <a:srgbClr val="006600"/>
                </a:buClr>
                <a:buSzPct val="130000"/>
                <a:buFont typeface="Wingdings" pitchFamily="2" charset="2"/>
                <a:buChar char="§"/>
              </a:pPr>
              <a:r>
                <a:rPr lang="en-US" altLang="en-US" sz="1400">
                  <a:solidFill>
                    <a:srgbClr val="003399"/>
                  </a:solidFill>
                  <a:latin typeface="Arial" panose="020B0604020202020204" pitchFamily="34" charset="0"/>
                  <a:cs typeface="Arial" panose="020B0604020202020204" pitchFamily="34" charset="0"/>
                </a:rPr>
                <a:t>address </a:t>
              </a:r>
              <a:r>
                <a:rPr lang="en-US" altLang="en-US" sz="1400">
                  <a:latin typeface="Arial" panose="020B0604020202020204" pitchFamily="34" charset="0"/>
                  <a:cs typeface="Arial" panose="020B0604020202020204" pitchFamily="34" charset="0"/>
                </a:rPr>
                <a:t>= 5012</a:t>
              </a:r>
            </a:p>
            <a:p>
              <a:pPr algn="l" rtl="0">
                <a:spcBef>
                  <a:spcPct val="30000"/>
                </a:spcBef>
                <a:buClr>
                  <a:srgbClr val="006600"/>
                </a:buClr>
                <a:buSzPct val="130000"/>
                <a:buFont typeface="Wingdings" pitchFamily="2" charset="2"/>
                <a:buChar char="§"/>
              </a:pPr>
              <a:r>
                <a:rPr lang="en-US" altLang="en-US" sz="1400">
                  <a:solidFill>
                    <a:srgbClr val="003399"/>
                  </a:solidFill>
                  <a:latin typeface="Arial" panose="020B0604020202020204" pitchFamily="34" charset="0"/>
                  <a:cs typeface="Arial" panose="020B0604020202020204" pitchFamily="34" charset="0"/>
                </a:rPr>
                <a:t>load</a:t>
              </a:r>
              <a:r>
                <a:rPr lang="en-US" altLang="en-US" sz="1400">
                  <a:latin typeface="Arial" panose="020B0604020202020204" pitchFamily="34" charset="0"/>
                  <a:cs typeface="Arial" panose="020B0604020202020204" pitchFamily="34" charset="0"/>
                </a:rPr>
                <a:t> = 1</a:t>
              </a:r>
            </a:p>
            <a:p>
              <a:pPr algn="l" rtl="0">
                <a:buFontTx/>
                <a:buAutoNum type="arabicPeriod"/>
              </a:pPr>
              <a:endParaRPr lang="en-US" altLang="en-US" sz="1400">
                <a:latin typeface="Arial" panose="020B0604020202020204" pitchFamily="34" charset="0"/>
                <a:cs typeface="Arial" panose="020B0604020202020204" pitchFamily="34" charset="0"/>
              </a:endParaRPr>
            </a:p>
            <a:p>
              <a:pPr algn="l" rtl="0">
                <a:buFontTx/>
                <a:buAutoNum type="arabicPeriod"/>
              </a:pPr>
              <a:endParaRPr lang="en-US" altLang="en-US" sz="1600">
                <a:latin typeface="Arial" panose="020B0604020202020204" pitchFamily="34" charset="0"/>
                <a:cs typeface="Arial" panose="020B0604020202020204" pitchFamily="34" charset="0"/>
              </a:endParaRPr>
            </a:p>
          </p:txBody>
        </p:sp>
      </p:grpSp>
      <p:sp>
        <p:nvSpPr>
          <p:cNvPr id="158730" name="Rectangle 10">
            <a:extLst>
              <a:ext uri="{FF2B5EF4-FFF2-40B4-BE49-F238E27FC236}">
                <a16:creationId xmlns:a16="http://schemas.microsoft.com/office/drawing/2014/main" id="{14274A69-AADD-684A-9F00-EDC1B230F9DF}"/>
              </a:ext>
            </a:extLst>
          </p:cNvPr>
          <p:cNvSpPr>
            <a:spLocks noGrp="1" noChangeArrowheads="1"/>
          </p:cNvSpPr>
          <p:nvPr>
            <p:ph type="title"/>
          </p:nvPr>
        </p:nvSpPr>
        <p:spPr>
          <a:noFill/>
          <a:ln/>
        </p:spPr>
        <p:txBody>
          <a:bodyPr/>
          <a:lstStyle/>
          <a:p>
            <a:r>
              <a:rPr lang="en-US" altLang="en-US"/>
              <a:t>GUIDemo Chip in Action</a:t>
            </a:r>
          </a:p>
        </p:txBody>
      </p:sp>
      <p:grpSp>
        <p:nvGrpSpPr>
          <p:cNvPr id="158736" name="Group 16">
            <a:extLst>
              <a:ext uri="{FF2B5EF4-FFF2-40B4-BE49-F238E27FC236}">
                <a16:creationId xmlns:a16="http://schemas.microsoft.com/office/drawing/2014/main" id="{2980D4C7-E11F-6E49-95DE-F87BD78786E5}"/>
              </a:ext>
            </a:extLst>
          </p:cNvPr>
          <p:cNvGrpSpPr>
            <a:grpSpLocks/>
          </p:cNvGrpSpPr>
          <p:nvPr/>
        </p:nvGrpSpPr>
        <p:grpSpPr bwMode="auto">
          <a:xfrm>
            <a:off x="2514600" y="990600"/>
            <a:ext cx="1600200" cy="1905000"/>
            <a:chOff x="1584" y="624"/>
            <a:chExt cx="1008" cy="1200"/>
          </a:xfrm>
        </p:grpSpPr>
        <p:sp>
          <p:nvSpPr>
            <p:cNvPr id="158732" name="AutoShape 12">
              <a:extLst>
                <a:ext uri="{FF2B5EF4-FFF2-40B4-BE49-F238E27FC236}">
                  <a16:creationId xmlns:a16="http://schemas.microsoft.com/office/drawing/2014/main" id="{9FE8540C-E21F-AE40-9D64-2AE1377017C3}"/>
                </a:ext>
              </a:extLst>
            </p:cNvPr>
            <p:cNvSpPr>
              <a:spLocks noChangeArrowheads="1"/>
            </p:cNvSpPr>
            <p:nvPr/>
          </p:nvSpPr>
          <p:spPr bwMode="auto">
            <a:xfrm>
              <a:off x="1920" y="1296"/>
              <a:ext cx="672" cy="528"/>
            </a:xfrm>
            <a:prstGeom prst="wedgeRoundRectCallout">
              <a:avLst>
                <a:gd name="adj1" fmla="val -62500"/>
                <a:gd name="adj2" fmla="val -112120"/>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400">
                  <a:latin typeface="Arial Unicode MS" panose="020B0604020202020204" pitchFamily="34" charset="-128"/>
                  <a:ea typeface="Arial Unicode MS" panose="020B0604020202020204" pitchFamily="34" charset="-128"/>
                  <a:cs typeface="Arial Unicode MS" panose="020B0604020202020204" pitchFamily="34" charset="-128"/>
                </a:rPr>
                <a:t>2.</a:t>
              </a:r>
              <a:r>
                <a:rPr lang="en-US" altLang="en-US" sz="1400">
                  <a:latin typeface="Arial" panose="020B0604020202020204" pitchFamily="34" charset="0"/>
                  <a:cs typeface="Arial" panose="020B0604020202020204" pitchFamily="34" charset="0"/>
                </a:rPr>
                <a:t> </a:t>
              </a:r>
              <a:r>
                <a:rPr lang="en-US" altLang="en-US" sz="1400" u="sng">
                  <a:latin typeface="Arial" panose="020B0604020202020204" pitchFamily="34" charset="0"/>
                  <a:cs typeface="Arial" panose="020B0604020202020204" pitchFamily="34" charset="0"/>
                </a:rPr>
                <a:t>User:</a:t>
              </a:r>
              <a:r>
                <a:rPr lang="en-US" altLang="en-US" sz="1400">
                  <a:latin typeface="Arial" panose="020B0604020202020204" pitchFamily="34" charset="0"/>
                  <a:cs typeface="Arial" panose="020B0604020202020204" pitchFamily="34" charset="0"/>
                </a:rPr>
                <a:t> runs the clock</a:t>
              </a:r>
            </a:p>
            <a:p>
              <a:pPr algn="l" rtl="0">
                <a:buFontTx/>
                <a:buAutoNum type="arabicPeriod"/>
              </a:pPr>
              <a:endParaRPr lang="en-US" altLang="en-US" sz="1400">
                <a:latin typeface="Arial" panose="020B0604020202020204" pitchFamily="34" charset="0"/>
                <a:cs typeface="Arial" panose="020B0604020202020204" pitchFamily="34" charset="0"/>
              </a:endParaRPr>
            </a:p>
            <a:p>
              <a:pPr algn="l" rtl="0">
                <a:buFontTx/>
                <a:buAutoNum type="arabicPeriod"/>
              </a:pPr>
              <a:endParaRPr lang="en-US" altLang="en-US" sz="1400">
                <a:latin typeface="Arial" panose="020B0604020202020204" pitchFamily="34" charset="0"/>
                <a:cs typeface="Arial" panose="020B0604020202020204" pitchFamily="34" charset="0"/>
              </a:endParaRPr>
            </a:p>
          </p:txBody>
        </p:sp>
        <p:sp>
          <p:nvSpPr>
            <p:cNvPr id="158733" name="Oval 13">
              <a:extLst>
                <a:ext uri="{FF2B5EF4-FFF2-40B4-BE49-F238E27FC236}">
                  <a16:creationId xmlns:a16="http://schemas.microsoft.com/office/drawing/2014/main" id="{D3B20D9C-803F-2F41-9B39-237E1E7482DE}"/>
                </a:ext>
              </a:extLst>
            </p:cNvPr>
            <p:cNvSpPr>
              <a:spLocks noChangeArrowheads="1"/>
            </p:cNvSpPr>
            <p:nvPr/>
          </p:nvSpPr>
          <p:spPr bwMode="auto">
            <a:xfrm>
              <a:off x="1584" y="624"/>
              <a:ext cx="336" cy="384"/>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58739" name="Group 19">
            <a:extLst>
              <a:ext uri="{FF2B5EF4-FFF2-40B4-BE49-F238E27FC236}">
                <a16:creationId xmlns:a16="http://schemas.microsoft.com/office/drawing/2014/main" id="{674D77F7-CC94-FF4E-BC26-59D7864FAF4C}"/>
              </a:ext>
            </a:extLst>
          </p:cNvPr>
          <p:cNvGrpSpPr>
            <a:grpSpLocks/>
          </p:cNvGrpSpPr>
          <p:nvPr/>
        </p:nvGrpSpPr>
        <p:grpSpPr bwMode="auto">
          <a:xfrm>
            <a:off x="4724400" y="1828800"/>
            <a:ext cx="3733800" cy="3733800"/>
            <a:chOff x="2976" y="1152"/>
            <a:chExt cx="2352" cy="2352"/>
          </a:xfrm>
        </p:grpSpPr>
        <p:grpSp>
          <p:nvGrpSpPr>
            <p:cNvPr id="158724" name="Group 4">
              <a:extLst>
                <a:ext uri="{FF2B5EF4-FFF2-40B4-BE49-F238E27FC236}">
                  <a16:creationId xmlns:a16="http://schemas.microsoft.com/office/drawing/2014/main" id="{E0BD374E-C1A9-6646-9F5F-BADAFD9B18E0}"/>
                </a:ext>
              </a:extLst>
            </p:cNvPr>
            <p:cNvGrpSpPr>
              <a:grpSpLocks/>
            </p:cNvGrpSpPr>
            <p:nvPr/>
          </p:nvGrpSpPr>
          <p:grpSpPr bwMode="auto">
            <a:xfrm>
              <a:off x="2976" y="1152"/>
              <a:ext cx="1824" cy="912"/>
              <a:chOff x="2976" y="1152"/>
              <a:chExt cx="1824" cy="912"/>
            </a:xfrm>
          </p:grpSpPr>
          <p:sp>
            <p:nvSpPr>
              <p:cNvPr id="158725" name="Oval 5">
                <a:extLst>
                  <a:ext uri="{FF2B5EF4-FFF2-40B4-BE49-F238E27FC236}">
                    <a16:creationId xmlns:a16="http://schemas.microsoft.com/office/drawing/2014/main" id="{5F2915EB-8109-BB48-B6C0-227F4A58D174}"/>
                  </a:ext>
                </a:extLst>
              </p:cNvPr>
              <p:cNvSpPr>
                <a:spLocks noChangeArrowheads="1"/>
              </p:cNvSpPr>
              <p:nvPr/>
            </p:nvSpPr>
            <p:spPr bwMode="auto">
              <a:xfrm>
                <a:off x="4176" y="1632"/>
                <a:ext cx="624" cy="288"/>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58726" name="AutoShape 6">
                <a:extLst>
                  <a:ext uri="{FF2B5EF4-FFF2-40B4-BE49-F238E27FC236}">
                    <a16:creationId xmlns:a16="http://schemas.microsoft.com/office/drawing/2014/main" id="{5AD0B341-4AA6-0B44-A6C2-E12C8D5D2FFF}"/>
                  </a:ext>
                </a:extLst>
              </p:cNvPr>
              <p:cNvSpPr>
                <a:spLocks noChangeArrowheads="1"/>
              </p:cNvSpPr>
              <p:nvPr/>
            </p:nvSpPr>
            <p:spPr bwMode="auto">
              <a:xfrm>
                <a:off x="2976" y="1152"/>
                <a:ext cx="864" cy="912"/>
              </a:xfrm>
              <a:prstGeom prst="wedgeRoundRectCallout">
                <a:avLst>
                  <a:gd name="adj1" fmla="val 82870"/>
                  <a:gd name="adj2" fmla="val 1666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90000"/>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eaLnBrk="0" hangingPunct="0"/>
                <a:r>
                  <a:rPr lang="en-US" altLang="en-US" sz="1400">
                    <a:latin typeface="Arial Unicode MS" panose="020B0604020202020204" pitchFamily="34" charset="-128"/>
                    <a:ea typeface="Arial Unicode MS" panose="020B0604020202020204" pitchFamily="34" charset="-128"/>
                    <a:cs typeface="Arial Unicode MS" panose="020B0604020202020204" pitchFamily="34" charset="-128"/>
                  </a:rPr>
                  <a:t>3.</a:t>
                </a:r>
                <a:r>
                  <a:rPr lang="en-US" altLang="en-US" sz="1400">
                    <a:latin typeface="Arial" panose="020B0604020202020204" pitchFamily="34" charset="0"/>
                    <a:cs typeface="Arial" panose="020B0604020202020204" pitchFamily="34" charset="0"/>
                  </a:rPr>
                  <a:t> 16 black pixels are drawn beginning in row = 156</a:t>
                </a:r>
              </a:p>
              <a:p>
                <a:pPr algn="l" rtl="0" eaLnBrk="0" hangingPunct="0"/>
                <a:r>
                  <a:rPr lang="en-US" altLang="en-US" sz="1400">
                    <a:latin typeface="Arial" panose="020B0604020202020204" pitchFamily="34" charset="0"/>
                    <a:cs typeface="Arial" panose="020B0604020202020204" pitchFamily="34" charset="0"/>
                  </a:rPr>
                  <a:t>col = 320</a:t>
                </a:r>
              </a:p>
              <a:p>
                <a:pPr algn="l" rtl="0">
                  <a:buFontTx/>
                  <a:buAutoNum type="arabicPeriod"/>
                </a:pPr>
                <a:endParaRPr lang="en-US" altLang="en-US" sz="1600">
                  <a:latin typeface="Arial" panose="020B0604020202020204" pitchFamily="34" charset="0"/>
                  <a:cs typeface="Arial" panose="020B0604020202020204" pitchFamily="34" charset="0"/>
                </a:endParaRPr>
              </a:p>
            </p:txBody>
          </p:sp>
        </p:grpSp>
        <p:sp>
          <p:nvSpPr>
            <p:cNvPr id="158734" name="AutoShape 14">
              <a:extLst>
                <a:ext uri="{FF2B5EF4-FFF2-40B4-BE49-F238E27FC236}">
                  <a16:creationId xmlns:a16="http://schemas.microsoft.com/office/drawing/2014/main" id="{9334C06C-82E8-2E40-9BE4-4433016411B4}"/>
                </a:ext>
              </a:extLst>
            </p:cNvPr>
            <p:cNvSpPr>
              <a:spLocks noChangeArrowheads="1"/>
            </p:cNvSpPr>
            <p:nvPr/>
          </p:nvSpPr>
          <p:spPr bwMode="auto">
            <a:xfrm>
              <a:off x="4128" y="2688"/>
              <a:ext cx="1200" cy="816"/>
            </a:xfrm>
            <a:prstGeom prst="wedgeRoundRectCallout">
              <a:avLst>
                <a:gd name="adj1" fmla="val -75667"/>
                <a:gd name="adj2" fmla="val -29412"/>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lstStyle>
              <a:lvl1pPr marL="95250" indent="1588"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eaLnBrk="0" hangingPunct="0"/>
              <a:r>
                <a:rPr lang="en-US" altLang="en-US" sz="1400">
                  <a:latin typeface="Arial Unicode MS" panose="020B0604020202020204" pitchFamily="34" charset="-128"/>
                  <a:ea typeface="Arial Unicode MS" panose="020B0604020202020204" pitchFamily="34" charset="-128"/>
                  <a:cs typeface="Arial Unicode MS" panose="020B0604020202020204" pitchFamily="34" charset="-128"/>
                </a:rPr>
                <a:t>3.</a:t>
              </a:r>
              <a:r>
                <a:rPr lang="en-US" altLang="en-US" sz="1400">
                  <a:latin typeface="Arial" panose="020B0604020202020204" pitchFamily="34" charset="0"/>
                  <a:cs typeface="Arial" panose="020B0604020202020204" pitchFamily="34" charset="0"/>
                </a:rPr>
                <a:t> The chip logic routes the </a:t>
              </a:r>
              <a:r>
                <a:rPr lang="en-US" altLang="en-US" sz="1400" b="1">
                  <a:latin typeface="Courier New" panose="02070309020205020404" pitchFamily="49" charset="0"/>
                  <a:cs typeface="Courier New" panose="02070309020205020404" pitchFamily="49" charset="0"/>
                </a:rPr>
                <a:t>in</a:t>
              </a:r>
              <a:r>
                <a:rPr lang="en-US" altLang="en-US" sz="1400">
                  <a:latin typeface="Arial" panose="020B0604020202020204" pitchFamily="34" charset="0"/>
                  <a:cs typeface="Arial" panose="020B0604020202020204" pitchFamily="34" charset="0"/>
                </a:rPr>
                <a:t> value simultaneously into the </a:t>
              </a:r>
              <a:r>
                <a:rPr lang="en-US" altLang="en-US" sz="1400" b="1">
                  <a:latin typeface="Courier New" panose="02070309020205020404" pitchFamily="49" charset="0"/>
                  <a:cs typeface="Courier New" panose="02070309020205020404" pitchFamily="49" charset="0"/>
                </a:rPr>
                <a:t>Screen</a:t>
              </a:r>
              <a:r>
                <a:rPr lang="en-US" altLang="en-US" sz="1400">
                  <a:latin typeface="Arial" panose="020B0604020202020204" pitchFamily="34" charset="0"/>
                  <a:cs typeface="Arial" panose="020B0604020202020204" pitchFamily="34" charset="0"/>
                </a:rPr>
                <a:t> chip and the </a:t>
              </a:r>
              <a:r>
                <a:rPr lang="en-US" altLang="en-US" sz="1400" b="1">
                  <a:latin typeface="Courier New" panose="02070309020205020404" pitchFamily="49" charset="0"/>
                  <a:cs typeface="Courier New" panose="02070309020205020404" pitchFamily="49" charset="0"/>
                </a:rPr>
                <a:t>RAM16K</a:t>
              </a:r>
              <a:r>
                <a:rPr lang="en-US" altLang="en-US" sz="1400">
                  <a:latin typeface="Arial" panose="020B0604020202020204" pitchFamily="34" charset="0"/>
                  <a:cs typeface="Arial" panose="020B0604020202020204" pitchFamily="34" charset="0"/>
                </a:rPr>
                <a:t> chip</a:t>
              </a:r>
            </a:p>
          </p:txBody>
        </p:sp>
      </p:grpSp>
      <p:sp>
        <p:nvSpPr>
          <p:cNvPr id="158735" name="AutoShape 15">
            <a:extLst>
              <a:ext uri="{FF2B5EF4-FFF2-40B4-BE49-F238E27FC236}">
                <a16:creationId xmlns:a16="http://schemas.microsoft.com/office/drawing/2014/main" id="{F3D16508-C6CA-D24B-A17B-BCCA5E5E7BDF}"/>
              </a:ext>
            </a:extLst>
          </p:cNvPr>
          <p:cNvSpPr>
            <a:spLocks noChangeArrowheads="1"/>
          </p:cNvSpPr>
          <p:nvPr/>
        </p:nvSpPr>
        <p:spPr bwMode="auto">
          <a:xfrm>
            <a:off x="4495800" y="4038600"/>
            <a:ext cx="4038600" cy="2133600"/>
          </a:xfrm>
          <a:prstGeom prst="roundRect">
            <a:avLst>
              <a:gd name="adj" fmla="val 16667"/>
            </a:avLst>
          </a:prstGeom>
          <a:solidFill>
            <a:srgbClr val="FFFFC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a:lstStyle>
            <a:lvl1pPr marL="104775" indent="-1270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30000"/>
              </a:spcBef>
            </a:pPr>
            <a:r>
              <a:rPr lang="en-US" altLang="en-US" sz="1400" u="sng">
                <a:latin typeface="Arial" panose="020B0604020202020204" pitchFamily="34" charset="0"/>
                <a:cs typeface="Arial" panose="020B0604020202020204" pitchFamily="34" charset="0"/>
              </a:rPr>
              <a:t>Explanation:</a:t>
            </a:r>
            <a:r>
              <a:rPr lang="en-US" altLang="en-US" sz="1400">
                <a:latin typeface="Arial" panose="020B0604020202020204" pitchFamily="34" charset="0"/>
                <a:cs typeface="Arial" panose="020B0604020202020204" pitchFamily="34" charset="0"/>
              </a:rPr>
              <a:t> According to the specification of the computer architecture described in the book, the pixels of the physical screen are continuously refreshed from an 8K RAM-resident memory map implemented by the  </a:t>
            </a:r>
            <a:r>
              <a:rPr lang="en-US" altLang="en-US" sz="1400" b="1">
                <a:latin typeface="Courier New" panose="02070309020205020404" pitchFamily="49" charset="0"/>
                <a:cs typeface="Courier New" panose="02070309020205020404" pitchFamily="49" charset="0"/>
              </a:rPr>
              <a:t>Screen.hdl</a:t>
            </a:r>
            <a:r>
              <a:rPr lang="en-US" altLang="en-US" sz="1400">
                <a:latin typeface="Arial" panose="020B0604020202020204" pitchFamily="34" charset="0"/>
                <a:cs typeface="Arial" panose="020B0604020202020204" pitchFamily="34" charset="0"/>
              </a:rPr>
              <a:t> chip. The exact mapping between this memory chip and the actual pixels is specified in Chapter 5. The refresh process is carried out by the simulator.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5872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5873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5873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8735"/>
                                        </p:tgtEl>
                                        <p:attrNameLst>
                                          <p:attrName>style.visibility</p:attrName>
                                        </p:attrNameLst>
                                      </p:cBhvr>
                                      <p:to>
                                        <p:strVal val="visible"/>
                                      </p:to>
                                    </p:set>
                                  </p:childTnLst>
                                  <p:subTnLst>
                                    <p:set>
                                      <p:cBhvr override="childStyle">
                                        <p:cTn dur="1" fill="hold" display="0" masterRel="nextClick" afterEffect="1"/>
                                        <p:tgtEl>
                                          <p:spTgt spid="15873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35"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0720DAF9-D37A-1842-A736-848AD777565B}"/>
              </a:ext>
            </a:extLst>
          </p:cNvPr>
          <p:cNvSpPr>
            <a:spLocks noGrp="1" noChangeArrowheads="1"/>
          </p:cNvSpPr>
          <p:nvPr>
            <p:ph type="title"/>
          </p:nvPr>
        </p:nvSpPr>
        <p:spPr/>
        <p:txBody>
          <a:bodyPr/>
          <a:lstStyle/>
          <a:p>
            <a:r>
              <a:rPr lang="en-US" altLang="en-US"/>
              <a:t>Hardware Simulation Tutorial</a:t>
            </a:r>
          </a:p>
        </p:txBody>
      </p:sp>
      <p:pic>
        <p:nvPicPr>
          <p:cNvPr id="109571" name="Picture 3" descr="monitor">
            <a:extLst>
              <a:ext uri="{FF2B5EF4-FFF2-40B4-BE49-F238E27FC236}">
                <a16:creationId xmlns:a16="http://schemas.microsoft.com/office/drawing/2014/main" id="{9AD70CDB-9042-0847-B327-16B1BAD2E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09572" name="Rectangle 4">
            <a:extLst>
              <a:ext uri="{FF2B5EF4-FFF2-40B4-BE49-F238E27FC236}">
                <a16:creationId xmlns:a16="http://schemas.microsoft.com/office/drawing/2014/main" id="{25A57F22-24BA-8648-B4AB-455B5061797B}"/>
              </a:ext>
            </a:extLst>
          </p:cNvPr>
          <p:cNvSpPr>
            <a:spLocks noChangeArrowheads="1"/>
          </p:cNvSpPr>
          <p:nvPr/>
        </p:nvSpPr>
        <p:spPr bwMode="auto">
          <a:xfrm>
            <a:off x="3429000" y="2387600"/>
            <a:ext cx="27432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lgn="l">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lgn="l">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lgn="l">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b="1" u="sng">
                <a:solidFill>
                  <a:srgbClr val="000066"/>
                </a:solidFill>
              </a:rPr>
              <a:t>Part VI:</a:t>
            </a:r>
          </a:p>
          <a:p>
            <a:pPr algn="ctr">
              <a:spcBef>
                <a:spcPct val="60000"/>
              </a:spcBef>
              <a:buFont typeface="Wingdings" pitchFamily="2" charset="2"/>
              <a:buNone/>
            </a:pPr>
            <a:r>
              <a:rPr lang="en-US" altLang="he-IL" sz="2400" b="1">
                <a:solidFill>
                  <a:srgbClr val="000066"/>
                </a:solidFill>
              </a:rPr>
              <a:t>Debugging tools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85387139-CBC8-A94B-B711-3FDC356078DC}"/>
              </a:ext>
            </a:extLst>
          </p:cNvPr>
          <p:cNvSpPr>
            <a:spLocks noGrp="1" noChangeArrowheads="1"/>
          </p:cNvSpPr>
          <p:nvPr>
            <p:ph type="title"/>
          </p:nvPr>
        </p:nvSpPr>
        <p:spPr/>
        <p:txBody>
          <a:bodyPr/>
          <a:lstStyle/>
          <a:p>
            <a:r>
              <a:rPr lang="en-US" altLang="en-US"/>
              <a:t>System Variables</a:t>
            </a:r>
          </a:p>
        </p:txBody>
      </p:sp>
      <p:sp>
        <p:nvSpPr>
          <p:cNvPr id="116739" name="Rectangle 3">
            <a:extLst>
              <a:ext uri="{FF2B5EF4-FFF2-40B4-BE49-F238E27FC236}">
                <a16:creationId xmlns:a16="http://schemas.microsoft.com/office/drawing/2014/main" id="{31C6AB4C-4112-A241-8F2A-8503D0A4B7B6}"/>
              </a:ext>
            </a:extLst>
          </p:cNvPr>
          <p:cNvSpPr>
            <a:spLocks noGrp="1" noChangeArrowheads="1"/>
          </p:cNvSpPr>
          <p:nvPr>
            <p:ph type="body" idx="1"/>
          </p:nvPr>
        </p:nvSpPr>
        <p:spPr>
          <a:xfrm>
            <a:off x="457200" y="990600"/>
            <a:ext cx="8458200" cy="4724400"/>
          </a:xfrm>
        </p:spPr>
        <p:txBody>
          <a:bodyPr/>
          <a:lstStyle/>
          <a:p>
            <a:pPr>
              <a:spcBef>
                <a:spcPct val="100000"/>
              </a:spcBef>
              <a:buFont typeface="Wingdings" pitchFamily="2" charset="2"/>
              <a:buNone/>
            </a:pPr>
            <a:r>
              <a:rPr lang="en-US" altLang="en-US"/>
              <a:t>The simulator recognizes and maintains the following variables:</a:t>
            </a:r>
          </a:p>
          <a:p>
            <a:pPr>
              <a:spcBef>
                <a:spcPct val="100000"/>
              </a:spcBef>
            </a:pPr>
            <a:r>
              <a:rPr lang="en-US" altLang="en-US" sz="1800" u="sng"/>
              <a:t>Time:</a:t>
            </a:r>
            <a:r>
              <a:rPr lang="en-US" altLang="en-US" sz="1800"/>
              <a:t> the number of time-units (clock-cycles) that elapsed since the script started running is stored in the variable </a:t>
            </a:r>
            <a:r>
              <a:rPr lang="en-US" altLang="en-US" sz="1800" b="1">
                <a:latin typeface="Courier New" panose="02070309020205020404" pitchFamily="49" charset="0"/>
                <a:cs typeface="Courier New" panose="02070309020205020404" pitchFamily="49" charset="0"/>
              </a:rPr>
              <a:t>time</a:t>
            </a:r>
            <a:endParaRPr lang="en-US" altLang="en-US" sz="1800" b="1"/>
          </a:p>
          <a:p>
            <a:pPr>
              <a:spcBef>
                <a:spcPct val="100000"/>
              </a:spcBef>
            </a:pPr>
            <a:r>
              <a:rPr lang="en-US" altLang="en-US" sz="1800" u="sng"/>
              <a:t>Pins:</a:t>
            </a:r>
            <a:r>
              <a:rPr lang="en-US" altLang="en-US" sz="1800"/>
              <a:t> the values of all the input, output, and internal pins of the simulated chip are accessible as variables, using the names of the pins in the HDL code</a:t>
            </a:r>
          </a:p>
          <a:p>
            <a:pPr>
              <a:spcBef>
                <a:spcPct val="100000"/>
              </a:spcBef>
            </a:pPr>
            <a:r>
              <a:rPr lang="en-US" altLang="en-US" sz="1800" u="sng"/>
              <a:t>GUI elements:</a:t>
            </a:r>
            <a:r>
              <a:rPr lang="en-US" altLang="en-US" sz="1800"/>
              <a:t> the values stored in the states of GUI-empowered built-in chips can be accessed via variables.  For example, the value of register 3 of the </a:t>
            </a:r>
            <a:r>
              <a:rPr lang="en-US" altLang="en-US" sz="1800" b="1">
                <a:latin typeface="Courier New" panose="02070309020205020404" pitchFamily="49" charset="0"/>
                <a:cs typeface="Courier New" panose="02070309020205020404" pitchFamily="49" charset="0"/>
              </a:rPr>
              <a:t>RAM8</a:t>
            </a:r>
            <a:r>
              <a:rPr lang="en-US" altLang="en-US" sz="1800"/>
              <a:t> chip can be accessed via </a:t>
            </a:r>
            <a:r>
              <a:rPr lang="en-US" altLang="en-US" sz="1800" b="1">
                <a:latin typeface="Courier New" panose="02070309020205020404" pitchFamily="49" charset="0"/>
                <a:cs typeface="Courier New" panose="02070309020205020404" pitchFamily="49" charset="0"/>
              </a:rPr>
              <a:t>RAM8[3]</a:t>
            </a:r>
            <a:r>
              <a:rPr lang="en-US" altLang="en-US" sz="1800"/>
              <a:t>.</a:t>
            </a:r>
          </a:p>
          <a:p>
            <a:pPr>
              <a:spcBef>
                <a:spcPct val="100000"/>
              </a:spcBef>
              <a:buFont typeface="Wingdings" pitchFamily="2" charset="2"/>
              <a:buNone/>
            </a:pPr>
            <a:r>
              <a:rPr lang="en-US" altLang="en-US"/>
              <a:t>All these variables can be used in scripts and </a:t>
            </a:r>
            <a:r>
              <a:rPr lang="en-US" altLang="en-US" i="1"/>
              <a:t>breakpoints</a:t>
            </a:r>
            <a:r>
              <a:rPr lang="en-US" altLang="en-US"/>
              <a:t>, for debugging.</a:t>
            </a:r>
          </a:p>
          <a:p>
            <a:pPr>
              <a:spcBef>
                <a:spcPct val="100000"/>
              </a:spcBef>
            </a:pPr>
            <a:endParaRPr lang="en-US" altLang="en-US"/>
          </a:p>
          <a:p>
            <a:endParaRPr lang="en-US" altLang="en-US"/>
          </a:p>
          <a:p>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903" name="Picture 31">
            <a:extLst>
              <a:ext uri="{FF2B5EF4-FFF2-40B4-BE49-F238E27FC236}">
                <a16:creationId xmlns:a16="http://schemas.microsoft.com/office/drawing/2014/main" id="{B4DCAC04-2167-C64A-9325-90617D821B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9874" name="Rectangle 2">
            <a:extLst>
              <a:ext uri="{FF2B5EF4-FFF2-40B4-BE49-F238E27FC236}">
                <a16:creationId xmlns:a16="http://schemas.microsoft.com/office/drawing/2014/main" id="{ADF0F391-300B-DB46-A289-C5CC995216F4}"/>
              </a:ext>
            </a:extLst>
          </p:cNvPr>
          <p:cNvSpPr>
            <a:spLocks noGrp="1" noChangeArrowheads="1"/>
          </p:cNvSpPr>
          <p:nvPr>
            <p:ph type="title"/>
          </p:nvPr>
        </p:nvSpPr>
        <p:spPr/>
        <p:txBody>
          <a:bodyPr/>
          <a:lstStyle/>
          <a:p>
            <a:r>
              <a:rPr lang="en-US" altLang="en-US"/>
              <a:t>Breakpoints</a:t>
            </a:r>
          </a:p>
        </p:txBody>
      </p:sp>
      <p:pic>
        <p:nvPicPr>
          <p:cNvPr id="79902" name="Picture 30">
            <a:extLst>
              <a:ext uri="{FF2B5EF4-FFF2-40B4-BE49-F238E27FC236}">
                <a16:creationId xmlns:a16="http://schemas.microsoft.com/office/drawing/2014/main" id="{FC8D0912-A735-7C46-8767-2275A653C0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9525" y="2743200"/>
            <a:ext cx="1717675" cy="33528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9904" name="AutoShape 32">
            <a:extLst>
              <a:ext uri="{FF2B5EF4-FFF2-40B4-BE49-F238E27FC236}">
                <a16:creationId xmlns:a16="http://schemas.microsoft.com/office/drawing/2014/main" id="{BA8E54DA-2F1B-8446-9FE6-F0AEA2115EFE}"/>
              </a:ext>
            </a:extLst>
          </p:cNvPr>
          <p:cNvSpPr>
            <a:spLocks noChangeArrowheads="1"/>
          </p:cNvSpPr>
          <p:nvPr/>
        </p:nvSpPr>
        <p:spPr bwMode="auto">
          <a:xfrm>
            <a:off x="4572000" y="3810000"/>
            <a:ext cx="3657600" cy="2209800"/>
          </a:xfrm>
          <a:prstGeom prst="roundRect">
            <a:avLst>
              <a:gd name="adj" fmla="val 16667"/>
            </a:avLst>
          </a:prstGeom>
          <a:solidFill>
            <a:srgbClr val="FFFFC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18000"/>
          <a:lstStyle>
            <a:lvl1pPr marL="290513" indent="-193675"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sz="1400" u="sng">
                <a:latin typeface="Arial" panose="020B0604020202020204" pitchFamily="34" charset="0"/>
                <a:cs typeface="Arial" panose="020B0604020202020204" pitchFamily="34" charset="0"/>
              </a:rPr>
              <a:t>The breakpoints logic:</a:t>
            </a:r>
          </a:p>
          <a:p>
            <a:pPr algn="l" rtl="0">
              <a:spcBef>
                <a:spcPct val="35000"/>
              </a:spcBef>
              <a:buClr>
                <a:srgbClr val="006600"/>
              </a:buClr>
              <a:buSzPct val="120000"/>
              <a:buFont typeface="Wingdings" pitchFamily="2" charset="2"/>
              <a:buChar char="§"/>
            </a:pPr>
            <a:r>
              <a:rPr lang="en-US" altLang="en-US" sz="1400">
                <a:latin typeface="Arial" panose="020B0604020202020204" pitchFamily="34" charset="0"/>
                <a:cs typeface="Arial" panose="020B0604020202020204" pitchFamily="34" charset="0"/>
              </a:rPr>
              <a:t>Breakpoint = (variable, value)</a:t>
            </a:r>
          </a:p>
          <a:p>
            <a:pPr algn="l" rtl="0">
              <a:spcBef>
                <a:spcPct val="35000"/>
              </a:spcBef>
              <a:buClr>
                <a:srgbClr val="006600"/>
              </a:buClr>
              <a:buSzPct val="120000"/>
              <a:buFont typeface="Wingdings" pitchFamily="2" charset="2"/>
              <a:buChar char="§"/>
            </a:pPr>
            <a:r>
              <a:rPr lang="en-US" altLang="en-US" sz="1400">
                <a:latin typeface="Arial" panose="020B0604020202020204" pitchFamily="34" charset="0"/>
                <a:cs typeface="Arial" panose="020B0604020202020204" pitchFamily="34" charset="0"/>
              </a:rPr>
              <a:t>When the specified variable in some breakpoint reaches its specified value, the script pauses and a message is displayed</a:t>
            </a:r>
          </a:p>
          <a:p>
            <a:pPr algn="l" rtl="0">
              <a:spcBef>
                <a:spcPct val="35000"/>
              </a:spcBef>
              <a:buClr>
                <a:srgbClr val="006600"/>
              </a:buClr>
              <a:buSzPct val="120000"/>
              <a:buFont typeface="Wingdings" pitchFamily="2" charset="2"/>
              <a:buChar char="§"/>
            </a:pPr>
            <a:r>
              <a:rPr lang="en-US" altLang="en-US" sz="1400">
                <a:latin typeface="Arial" panose="020B0604020202020204" pitchFamily="34" charset="0"/>
                <a:cs typeface="Arial" panose="020B0604020202020204" pitchFamily="34" charset="0"/>
              </a:rPr>
              <a:t>A powerful debugging tool.</a:t>
            </a:r>
          </a:p>
        </p:txBody>
      </p:sp>
      <p:grpSp>
        <p:nvGrpSpPr>
          <p:cNvPr id="79912" name="Group 40">
            <a:extLst>
              <a:ext uri="{FF2B5EF4-FFF2-40B4-BE49-F238E27FC236}">
                <a16:creationId xmlns:a16="http://schemas.microsoft.com/office/drawing/2014/main" id="{6BF5B645-4EDD-D444-B2B6-ABBF88C0BC8D}"/>
              </a:ext>
            </a:extLst>
          </p:cNvPr>
          <p:cNvGrpSpPr>
            <a:grpSpLocks/>
          </p:cNvGrpSpPr>
          <p:nvPr/>
        </p:nvGrpSpPr>
        <p:grpSpPr bwMode="auto">
          <a:xfrm>
            <a:off x="1219200" y="990600"/>
            <a:ext cx="2590800" cy="1828800"/>
            <a:chOff x="768" y="624"/>
            <a:chExt cx="1632" cy="1152"/>
          </a:xfrm>
        </p:grpSpPr>
        <p:sp>
          <p:nvSpPr>
            <p:cNvPr id="79891" name="Oval 19">
              <a:extLst>
                <a:ext uri="{FF2B5EF4-FFF2-40B4-BE49-F238E27FC236}">
                  <a16:creationId xmlns:a16="http://schemas.microsoft.com/office/drawing/2014/main" id="{0AF72FB5-876A-EE47-B3A5-DA104BDFD6E1}"/>
                </a:ext>
              </a:extLst>
            </p:cNvPr>
            <p:cNvSpPr>
              <a:spLocks noChangeArrowheads="1"/>
            </p:cNvSpPr>
            <p:nvPr/>
          </p:nvSpPr>
          <p:spPr bwMode="auto">
            <a:xfrm>
              <a:off x="2064" y="624"/>
              <a:ext cx="336" cy="336"/>
            </a:xfrm>
            <a:prstGeom prst="ellipse">
              <a:avLst/>
            </a:prstGeom>
            <a:noFill/>
            <a:ln w="34925">
              <a:solidFill>
                <a:srgbClr val="CC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05" name="AutoShape 33">
              <a:extLst>
                <a:ext uri="{FF2B5EF4-FFF2-40B4-BE49-F238E27FC236}">
                  <a16:creationId xmlns:a16="http://schemas.microsoft.com/office/drawing/2014/main" id="{C5D3D433-2630-F048-946E-2E9FC873800A}"/>
                </a:ext>
              </a:extLst>
            </p:cNvPr>
            <p:cNvSpPr>
              <a:spLocks noChangeArrowheads="1"/>
            </p:cNvSpPr>
            <p:nvPr/>
          </p:nvSpPr>
          <p:spPr bwMode="auto">
            <a:xfrm>
              <a:off x="768" y="1248"/>
              <a:ext cx="768" cy="528"/>
            </a:xfrm>
            <a:prstGeom prst="wedgeRoundRectCallout">
              <a:avLst>
                <a:gd name="adj1" fmla="val 119921"/>
                <a:gd name="adj2" fmla="val -111551"/>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1. Open the breakpoints panel</a:t>
              </a:r>
            </a:p>
          </p:txBody>
        </p:sp>
      </p:grpSp>
      <p:grpSp>
        <p:nvGrpSpPr>
          <p:cNvPr id="79914" name="Group 42">
            <a:extLst>
              <a:ext uri="{FF2B5EF4-FFF2-40B4-BE49-F238E27FC236}">
                <a16:creationId xmlns:a16="http://schemas.microsoft.com/office/drawing/2014/main" id="{5186A14F-F0F5-F546-A49C-004F2561C6B2}"/>
              </a:ext>
            </a:extLst>
          </p:cNvPr>
          <p:cNvGrpSpPr>
            <a:grpSpLocks/>
          </p:cNvGrpSpPr>
          <p:nvPr/>
        </p:nvGrpSpPr>
        <p:grpSpPr bwMode="auto">
          <a:xfrm>
            <a:off x="2590800" y="1828800"/>
            <a:ext cx="4343400" cy="1752600"/>
            <a:chOff x="1632" y="1152"/>
            <a:chExt cx="2736" cy="1104"/>
          </a:xfrm>
        </p:grpSpPr>
        <p:sp>
          <p:nvSpPr>
            <p:cNvPr id="79909" name="Rectangle 37">
              <a:extLst>
                <a:ext uri="{FF2B5EF4-FFF2-40B4-BE49-F238E27FC236}">
                  <a16:creationId xmlns:a16="http://schemas.microsoft.com/office/drawing/2014/main" id="{50B11519-5C0D-7942-B867-3C152CA7E246}"/>
                </a:ext>
              </a:extLst>
            </p:cNvPr>
            <p:cNvSpPr>
              <a:spLocks noChangeArrowheads="1"/>
            </p:cNvSpPr>
            <p:nvPr/>
          </p:nvSpPr>
          <p:spPr bwMode="auto">
            <a:xfrm>
              <a:off x="1632" y="1872"/>
              <a:ext cx="1056" cy="384"/>
            </a:xfrm>
            <a:prstGeom prst="rect">
              <a:avLst/>
            </a:prstGeom>
            <a:noFill/>
            <a:ln w="34925">
              <a:solidFill>
                <a:srgbClr val="CC3300"/>
              </a:solidFill>
              <a:miter lim="800000"/>
              <a:headEnd/>
              <a:tailEnd/>
            </a:ln>
            <a:effectLst/>
            <a:extLst>
              <a:ext uri="{909E8E84-426E-40DD-AFC4-6F175D3DCCD1}">
                <a14:hiddenFill xmlns:a14="http://schemas.microsoft.com/office/drawing/2010/main">
                  <a:solidFill>
                    <a:srgbClr val="FFFFC5"/>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9910" name="AutoShape 38">
              <a:extLst>
                <a:ext uri="{FF2B5EF4-FFF2-40B4-BE49-F238E27FC236}">
                  <a16:creationId xmlns:a16="http://schemas.microsoft.com/office/drawing/2014/main" id="{8D010824-E9F4-7B44-A222-1AED21A7728B}"/>
                </a:ext>
              </a:extLst>
            </p:cNvPr>
            <p:cNvSpPr>
              <a:spLocks noChangeArrowheads="1"/>
            </p:cNvSpPr>
            <p:nvPr/>
          </p:nvSpPr>
          <p:spPr bwMode="auto">
            <a:xfrm>
              <a:off x="3408" y="1152"/>
              <a:ext cx="960" cy="528"/>
            </a:xfrm>
            <a:prstGeom prst="wedgeRoundRectCallout">
              <a:avLst>
                <a:gd name="adj1" fmla="val -124273"/>
                <a:gd name="adj2" fmla="val 83903"/>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2. Previously-declared breakpoints</a:t>
              </a:r>
            </a:p>
          </p:txBody>
        </p:sp>
      </p:grpSp>
      <p:grpSp>
        <p:nvGrpSpPr>
          <p:cNvPr id="79913" name="Group 41">
            <a:extLst>
              <a:ext uri="{FF2B5EF4-FFF2-40B4-BE49-F238E27FC236}">
                <a16:creationId xmlns:a16="http://schemas.microsoft.com/office/drawing/2014/main" id="{0853A346-49A2-4D4B-8217-2B053A69901D}"/>
              </a:ext>
            </a:extLst>
          </p:cNvPr>
          <p:cNvGrpSpPr>
            <a:grpSpLocks/>
          </p:cNvGrpSpPr>
          <p:nvPr/>
        </p:nvGrpSpPr>
        <p:grpSpPr bwMode="auto">
          <a:xfrm>
            <a:off x="533400" y="4876800"/>
            <a:ext cx="3505200" cy="1219200"/>
            <a:chOff x="336" y="3072"/>
            <a:chExt cx="2208" cy="768"/>
          </a:xfrm>
        </p:grpSpPr>
        <p:sp>
          <p:nvSpPr>
            <p:cNvPr id="79907" name="AutoShape 35">
              <a:extLst>
                <a:ext uri="{FF2B5EF4-FFF2-40B4-BE49-F238E27FC236}">
                  <a16:creationId xmlns:a16="http://schemas.microsoft.com/office/drawing/2014/main" id="{2D87184E-8C90-D64E-A1FB-2910F0E36268}"/>
                </a:ext>
              </a:extLst>
            </p:cNvPr>
            <p:cNvSpPr>
              <a:spLocks noChangeArrowheads="1"/>
            </p:cNvSpPr>
            <p:nvPr/>
          </p:nvSpPr>
          <p:spPr bwMode="auto">
            <a:xfrm>
              <a:off x="336" y="3072"/>
              <a:ext cx="912" cy="528"/>
            </a:xfrm>
            <a:prstGeom prst="wedgeRoundRectCallout">
              <a:avLst>
                <a:gd name="adj1" fmla="val 95833"/>
                <a:gd name="adj2" fmla="val 57199"/>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3. Add, delete, or update breakpoints</a:t>
              </a:r>
            </a:p>
          </p:txBody>
        </p:sp>
        <p:sp>
          <p:nvSpPr>
            <p:cNvPr id="79911" name="Oval 39">
              <a:extLst>
                <a:ext uri="{FF2B5EF4-FFF2-40B4-BE49-F238E27FC236}">
                  <a16:creationId xmlns:a16="http://schemas.microsoft.com/office/drawing/2014/main" id="{A954EBF2-8FB6-494A-9F7D-556B81725724}"/>
                </a:ext>
              </a:extLst>
            </p:cNvPr>
            <p:cNvSpPr>
              <a:spLocks noChangeArrowheads="1"/>
            </p:cNvSpPr>
            <p:nvPr/>
          </p:nvSpPr>
          <p:spPr bwMode="auto">
            <a:xfrm>
              <a:off x="1680" y="3456"/>
              <a:ext cx="864" cy="384"/>
            </a:xfrm>
            <a:prstGeom prst="ellipse">
              <a:avLst/>
            </a:prstGeom>
            <a:noFill/>
            <a:ln w="38100">
              <a:solidFill>
                <a:srgbClr val="CC3300"/>
              </a:solidFill>
              <a:round/>
              <a:headEnd/>
              <a:tailEnd/>
            </a:ln>
            <a:effectLst/>
            <a:extLst>
              <a:ext uri="{909E8E84-426E-40DD-AFC4-6F175D3DCCD1}">
                <a14:hiddenFill xmlns:a14="http://schemas.microsoft.com/office/drawing/2010/main">
                  <a:solidFill>
                    <a:srgbClr val="C0C6E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79883" name="AutoShape 11">
            <a:extLst>
              <a:ext uri="{FF2B5EF4-FFF2-40B4-BE49-F238E27FC236}">
                <a16:creationId xmlns:a16="http://schemas.microsoft.com/office/drawing/2014/main" id="{0DEB000B-F098-1049-B3C2-F4DA03B5545F}"/>
              </a:ext>
            </a:extLst>
          </p:cNvPr>
          <p:cNvSpPr>
            <a:spLocks noChangeArrowheads="1"/>
          </p:cNvSpPr>
          <p:nvPr/>
        </p:nvSpPr>
        <p:spPr bwMode="auto">
          <a:xfrm>
            <a:off x="5105400" y="2895600"/>
            <a:ext cx="2362200" cy="685800"/>
          </a:xfrm>
          <a:prstGeom prst="wedgeRoundRectCallout">
            <a:avLst>
              <a:gd name="adj1" fmla="val -96037"/>
              <a:gd name="adj2" fmla="val 17361"/>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en-US" altLang="en-US" sz="1400">
                <a:solidFill>
                  <a:schemeClr val="tx1"/>
                </a:solidFill>
              </a:rPr>
              <a:t>3. To update an existing breakpoint, double-click it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799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990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7991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7990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7988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799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04" grpId="0" animBg="1" autoUpdateAnimBg="0"/>
      <p:bldP spid="79883"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76177B3C-8652-234E-BEDD-13BEF0EF583D}"/>
              </a:ext>
            </a:extLst>
          </p:cNvPr>
          <p:cNvSpPr>
            <a:spLocks noGrp="1" noChangeArrowheads="1"/>
          </p:cNvSpPr>
          <p:nvPr>
            <p:ph type="title"/>
          </p:nvPr>
        </p:nvSpPr>
        <p:spPr/>
        <p:txBody>
          <a:bodyPr/>
          <a:lstStyle/>
          <a:p>
            <a:r>
              <a:rPr lang="en-US" altLang="en-US"/>
              <a:t>Scripts for Testing the Topmost </a:t>
            </a:r>
            <a:r>
              <a:rPr lang="en-US" altLang="en-US" b="1">
                <a:latin typeface="Courier New" panose="02070309020205020404" pitchFamily="49" charset="0"/>
                <a:cs typeface="Courier New" panose="02070309020205020404" pitchFamily="49" charset="0"/>
              </a:rPr>
              <a:t>Computer</a:t>
            </a:r>
            <a:r>
              <a:rPr lang="en-US" altLang="en-US"/>
              <a:t> chip</a:t>
            </a:r>
          </a:p>
        </p:txBody>
      </p:sp>
      <p:sp>
        <p:nvSpPr>
          <p:cNvPr id="81923" name="Text Box 3">
            <a:extLst>
              <a:ext uri="{FF2B5EF4-FFF2-40B4-BE49-F238E27FC236}">
                <a16:creationId xmlns:a16="http://schemas.microsoft.com/office/drawing/2014/main" id="{2E894B06-4457-9F4D-A902-E2FCA0A9F761}"/>
              </a:ext>
            </a:extLst>
          </p:cNvPr>
          <p:cNvSpPr txBox="1">
            <a:spLocks noChangeArrowheads="1"/>
          </p:cNvSpPr>
          <p:nvPr/>
        </p:nvSpPr>
        <p:spPr bwMode="auto">
          <a:xfrm>
            <a:off x="457200" y="685800"/>
            <a:ext cx="3581400" cy="5791200"/>
          </a:xfrm>
          <a:prstGeom prst="rect">
            <a:avLst/>
          </a:prstGeom>
          <a:solidFill>
            <a:srgbClr val="F3F3FF"/>
          </a:solidFill>
          <a:ln w="9525">
            <a:solidFill>
              <a:srgbClr val="293973"/>
            </a:solidFill>
            <a:miter lim="800000"/>
            <a:headEnd/>
            <a:tailEnd/>
          </a:ln>
          <a:effectLst>
            <a:outerShdw dist="89803" dir="2700000" algn="ctr" rotWithShape="0">
              <a:srgbClr val="293973"/>
            </a:outerShdw>
          </a:effectLst>
        </p:spPr>
        <p:txBody>
          <a:bodyPr lIns="201600" tIns="190800" rIns="93600" bIns="190800"/>
          <a:lstStyle>
            <a:lvl1pPr marL="342900" indent="-342900" algn="r" rtl="1">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load Computer.hdl</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ROM32K load Max.hack,</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output-file ComputerMax.out,</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compare-to ComputerMax.cmp,</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output-list time%S1.4.1</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reset%B2.1.2</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ARegister[]%D1.7.1</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DRegister[]%D1.7.1</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PC[]%D0.4.0</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RAM16K[0]%D1.7.1</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RAM16K[1]%D1.7.1</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RAM16K[2]%D1.7.1;</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breakpoint PC 10;</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First run: compute max(3,5)</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set RAM16K[0] 3,</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set RAM16K[1] 5,</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output;</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repeat 14 {</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tick, tock, output;</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Reset the PC (preparing for</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second run)</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set reset 1,</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tick, tock, output;</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 Etc.</a:t>
            </a:r>
          </a:p>
          <a:p>
            <a:pPr algn="l" rtl="0">
              <a:lnSpc>
                <a:spcPct val="50000"/>
              </a:lnSpc>
              <a:spcBef>
                <a:spcPct val="50000"/>
              </a:spcBef>
            </a:pPr>
            <a:r>
              <a:rPr lang="en-US" altLang="en-US" sz="1400" b="1">
                <a:latin typeface="Courier New" panose="02070309020205020404" pitchFamily="49" charset="0"/>
                <a:cs typeface="Courier New" panose="02070309020205020404" pitchFamily="49" charset="0"/>
              </a:rPr>
              <a:t>clear-breakpoints;</a:t>
            </a:r>
          </a:p>
        </p:txBody>
      </p:sp>
      <p:sp>
        <p:nvSpPr>
          <p:cNvPr id="81924" name="Rectangle 4">
            <a:extLst>
              <a:ext uri="{FF2B5EF4-FFF2-40B4-BE49-F238E27FC236}">
                <a16:creationId xmlns:a16="http://schemas.microsoft.com/office/drawing/2014/main" id="{4DC32DD2-3F08-184B-809A-EB81767B49AD}"/>
              </a:ext>
            </a:extLst>
          </p:cNvPr>
          <p:cNvSpPr>
            <a:spLocks noChangeArrowheads="1"/>
          </p:cNvSpPr>
          <p:nvPr/>
        </p:nvSpPr>
        <p:spPr bwMode="auto">
          <a:xfrm>
            <a:off x="4343400" y="838200"/>
            <a:ext cx="45720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Char char="§"/>
            </a:pPr>
            <a:r>
              <a:rPr lang="en-US" altLang="en-US" sz="1600">
                <a:latin typeface="Arial" panose="020B0604020202020204" pitchFamily="34" charset="0"/>
              </a:rPr>
              <a:t>Scripts that test the </a:t>
            </a:r>
            <a:r>
              <a:rPr lang="en-US" altLang="en-US" sz="1600" b="1">
                <a:latin typeface="Courier New" panose="02070309020205020404" pitchFamily="49" charset="0"/>
                <a:cs typeface="Courier New" panose="02070309020205020404" pitchFamily="49" charset="0"/>
              </a:rPr>
              <a:t>CPU</a:t>
            </a:r>
            <a:r>
              <a:rPr lang="en-US" altLang="en-US" sz="1600">
                <a:latin typeface="Arial" panose="020B0604020202020204" pitchFamily="34" charset="0"/>
              </a:rPr>
              <a:t> chip or the </a:t>
            </a:r>
            <a:r>
              <a:rPr lang="en-US" altLang="en-US" sz="1600" b="1">
                <a:latin typeface="Courier New" panose="02070309020205020404" pitchFamily="49" charset="0"/>
                <a:cs typeface="Courier New" panose="02070309020205020404" pitchFamily="49" charset="0"/>
              </a:rPr>
              <a:t>Computer</a:t>
            </a:r>
            <a:r>
              <a:rPr lang="en-US" altLang="en-US" sz="1600">
                <a:latin typeface="Arial" panose="020B0604020202020204" pitchFamily="34" charset="0"/>
              </a:rPr>
              <a:t> chip described in the book usually start by loading a machine-language program (</a:t>
            </a:r>
            <a:r>
              <a:rPr lang="en-US" altLang="en-US" sz="1600" b="1">
                <a:latin typeface="Courier New" panose="02070309020205020404" pitchFamily="49" charset="0"/>
                <a:cs typeface="Courier New" panose="02070309020205020404" pitchFamily="49" charset="0"/>
              </a:rPr>
              <a:t>.asm</a:t>
            </a:r>
            <a:r>
              <a:rPr lang="en-US" altLang="en-US" sz="1600">
                <a:latin typeface="Arial" panose="020B0604020202020204" pitchFamily="34" charset="0"/>
              </a:rPr>
              <a:t> or </a:t>
            </a:r>
            <a:r>
              <a:rPr lang="en-US" altLang="en-US" sz="1600" b="1">
                <a:latin typeface="Courier New" panose="02070309020205020404" pitchFamily="49" charset="0"/>
                <a:cs typeface="Courier New" panose="02070309020205020404" pitchFamily="49" charset="0"/>
              </a:rPr>
              <a:t>.hack</a:t>
            </a:r>
            <a:r>
              <a:rPr lang="en-US" altLang="en-US" sz="1600">
                <a:latin typeface="Arial" panose="020B0604020202020204" pitchFamily="34" charset="0"/>
              </a:rPr>
              <a:t> file)  into the </a:t>
            </a:r>
            <a:r>
              <a:rPr lang="en-US" altLang="en-US" sz="1600" b="1">
                <a:latin typeface="Courier New" panose="02070309020205020404" pitchFamily="49" charset="0"/>
                <a:cs typeface="Courier New" panose="02070309020205020404" pitchFamily="49" charset="0"/>
              </a:rPr>
              <a:t>ROM32K</a:t>
            </a:r>
            <a:r>
              <a:rPr lang="en-US" altLang="en-US" sz="1600">
                <a:latin typeface="Arial" panose="020B0604020202020204" pitchFamily="34" charset="0"/>
              </a:rPr>
              <a:t> chip</a:t>
            </a:r>
          </a:p>
          <a:p>
            <a:pPr algn="l" rtl="0">
              <a:spcBef>
                <a:spcPct val="40000"/>
              </a:spcBef>
              <a:buClr>
                <a:srgbClr val="006600"/>
              </a:buClr>
              <a:buSzPct val="110000"/>
              <a:buFont typeface="Wingdings" pitchFamily="2" charset="2"/>
              <a:buChar char="§"/>
            </a:pPr>
            <a:r>
              <a:rPr lang="en-US" altLang="en-US" sz="1600">
                <a:latin typeface="Arial" panose="020B0604020202020204" pitchFamily="34" charset="0"/>
              </a:rPr>
              <a:t>The rest of the script typically uses various features like:</a:t>
            </a:r>
          </a:p>
          <a:p>
            <a:pPr lvl="1" algn="l" rtl="0">
              <a:spcBef>
                <a:spcPct val="40000"/>
              </a:spcBef>
              <a:buClr>
                <a:srgbClr val="00007A"/>
              </a:buClr>
              <a:buSzPct val="125000"/>
              <a:buFontTx/>
              <a:buChar char="•"/>
            </a:pPr>
            <a:r>
              <a:rPr lang="en-US" altLang="en-US" sz="1600">
                <a:latin typeface="Arial" panose="020B0604020202020204" pitchFamily="34" charset="0"/>
              </a:rPr>
              <a:t>Output files</a:t>
            </a:r>
          </a:p>
          <a:p>
            <a:pPr lvl="1" algn="l" rtl="0">
              <a:spcBef>
                <a:spcPct val="40000"/>
              </a:spcBef>
              <a:buClr>
                <a:srgbClr val="00007A"/>
              </a:buClr>
              <a:buSzPct val="125000"/>
              <a:buFontTx/>
              <a:buChar char="•"/>
            </a:pPr>
            <a:r>
              <a:rPr lang="en-US" altLang="en-US" sz="1600">
                <a:latin typeface="Arial" panose="020B0604020202020204" pitchFamily="34" charset="0"/>
              </a:rPr>
              <a:t>Loops</a:t>
            </a:r>
          </a:p>
          <a:p>
            <a:pPr lvl="1" algn="l" rtl="0">
              <a:spcBef>
                <a:spcPct val="40000"/>
              </a:spcBef>
              <a:buClr>
                <a:srgbClr val="00007A"/>
              </a:buClr>
              <a:buSzPct val="125000"/>
              <a:buFontTx/>
              <a:buChar char="•"/>
            </a:pPr>
            <a:r>
              <a:rPr lang="en-US" altLang="en-US" sz="1600">
                <a:latin typeface="Arial" panose="020B0604020202020204" pitchFamily="34" charset="0"/>
              </a:rPr>
              <a:t>Breakpoints</a:t>
            </a:r>
          </a:p>
          <a:p>
            <a:pPr lvl="1" algn="l" rtl="0">
              <a:spcBef>
                <a:spcPct val="40000"/>
              </a:spcBef>
              <a:buClr>
                <a:srgbClr val="00007A"/>
              </a:buClr>
              <a:buSzPct val="125000"/>
              <a:buFontTx/>
              <a:buChar char="•"/>
            </a:pPr>
            <a:r>
              <a:rPr lang="en-US" altLang="en-US" sz="1600">
                <a:latin typeface="Arial" panose="020B0604020202020204" pitchFamily="34" charset="0"/>
              </a:rPr>
              <a:t>Variables manipulation</a:t>
            </a:r>
          </a:p>
          <a:p>
            <a:pPr lvl="1" algn="l" rtl="0">
              <a:spcBef>
                <a:spcPct val="40000"/>
              </a:spcBef>
              <a:buClr>
                <a:srgbClr val="00007A"/>
              </a:buClr>
              <a:buSzPct val="125000"/>
              <a:buFontTx/>
              <a:buChar char="•"/>
            </a:pPr>
            <a:r>
              <a:rPr lang="en-US" altLang="en-US" sz="1600">
                <a:latin typeface="Arial" panose="020B0604020202020204" pitchFamily="34" charset="0"/>
              </a:rPr>
              <a:t>tick, tock</a:t>
            </a:r>
          </a:p>
          <a:p>
            <a:pPr lvl="1" algn="l" rtl="0">
              <a:spcBef>
                <a:spcPct val="40000"/>
              </a:spcBef>
              <a:buClr>
                <a:srgbClr val="00007A"/>
              </a:buClr>
              <a:buSzPct val="125000"/>
              <a:buFontTx/>
              <a:buChar char="•"/>
            </a:pPr>
            <a:r>
              <a:rPr lang="en-US" altLang="en-US" sz="1600">
                <a:latin typeface="Arial" panose="020B0604020202020204" pitchFamily="34" charset="0"/>
              </a:rPr>
              <a:t>Etc.</a:t>
            </a:r>
          </a:p>
          <a:p>
            <a:pPr algn="l" rtl="0">
              <a:spcBef>
                <a:spcPct val="40000"/>
              </a:spcBef>
              <a:buClr>
                <a:srgbClr val="00007A"/>
              </a:buClr>
              <a:buSzPct val="125000"/>
              <a:buFontTx/>
              <a:buChar char="•"/>
            </a:pPr>
            <a:r>
              <a:rPr lang="en-US" altLang="en-US" sz="1600">
                <a:latin typeface="Arial" panose="020B0604020202020204" pitchFamily="34" charset="0"/>
              </a:rPr>
              <a:t>All these features are described in Appendix B of the book (</a:t>
            </a:r>
            <a:r>
              <a:rPr lang="en-US" altLang="en-US" sz="1600" i="1">
                <a:latin typeface="Arial" panose="020B0604020202020204" pitchFamily="34" charset="0"/>
              </a:rPr>
              <a:t>Test Scripting Language</a:t>
            </a:r>
            <a:r>
              <a:rPr lang="en-US" altLang="en-US" sz="1600">
                <a:latin typeface="Arial" panose="020B0604020202020204" pitchFamily="34"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62" name="Picture 18">
            <a:extLst>
              <a:ext uri="{FF2B5EF4-FFF2-40B4-BE49-F238E27FC236}">
                <a16:creationId xmlns:a16="http://schemas.microsoft.com/office/drawing/2014/main" id="{75E952CD-7537-D745-BE85-7E233EBFA3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85800"/>
            <a:ext cx="8229600" cy="5867400"/>
          </a:xfrm>
          <a:prstGeom prst="rect">
            <a:avLst/>
          </a:prstGeom>
          <a:noFill/>
          <a:ln>
            <a:noFill/>
          </a:ln>
          <a:effectLst/>
          <a:extLst>
            <a:ext uri="{909E8E84-426E-40DD-AFC4-6F175D3DCCD1}">
              <a14:hiddenFill xmlns:a14="http://schemas.microsoft.com/office/drawing/2010/main">
                <a:solidFill>
                  <a:srgbClr val="C0C6E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946" name="Rectangle 2">
            <a:extLst>
              <a:ext uri="{FF2B5EF4-FFF2-40B4-BE49-F238E27FC236}">
                <a16:creationId xmlns:a16="http://schemas.microsoft.com/office/drawing/2014/main" id="{E06D1F22-B8E3-5E46-A40B-8868994BF3C8}"/>
              </a:ext>
            </a:extLst>
          </p:cNvPr>
          <p:cNvSpPr>
            <a:spLocks noGrp="1" noChangeArrowheads="1"/>
          </p:cNvSpPr>
          <p:nvPr>
            <p:ph type="title"/>
          </p:nvPr>
        </p:nvSpPr>
        <p:spPr/>
        <p:txBody>
          <a:bodyPr/>
          <a:lstStyle/>
          <a:p>
            <a:r>
              <a:rPr lang="en-US" altLang="en-US"/>
              <a:t>Visual Options</a:t>
            </a:r>
          </a:p>
        </p:txBody>
      </p:sp>
      <p:sp>
        <p:nvSpPr>
          <p:cNvPr id="82959" name="AutoShape 15">
            <a:extLst>
              <a:ext uri="{FF2B5EF4-FFF2-40B4-BE49-F238E27FC236}">
                <a16:creationId xmlns:a16="http://schemas.microsoft.com/office/drawing/2014/main" id="{1C995A58-38A3-C143-AA5F-A401973D025A}"/>
              </a:ext>
            </a:extLst>
          </p:cNvPr>
          <p:cNvSpPr>
            <a:spLocks noChangeArrowheads="1"/>
          </p:cNvSpPr>
          <p:nvPr/>
        </p:nvSpPr>
        <p:spPr bwMode="auto">
          <a:xfrm>
            <a:off x="6324600" y="2514600"/>
            <a:ext cx="2209800" cy="2590800"/>
          </a:xfrm>
          <a:prstGeom prst="wedgeRoundRectCallout">
            <a:avLst>
              <a:gd name="adj1" fmla="val -31250"/>
              <a:gd name="adj2" fmla="val -88847"/>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buClr>
                <a:srgbClr val="006600"/>
              </a:buClr>
              <a:buSzPct val="105000"/>
              <a:buFont typeface="Wingdings" pitchFamily="2" charset="2"/>
              <a:buChar char="§"/>
            </a:pPr>
            <a:r>
              <a:rPr lang="en-US" altLang="en-US" sz="1400" b="1">
                <a:latin typeface="Arial" panose="020B0604020202020204" pitchFamily="34" charset="0"/>
                <a:cs typeface="Arial" panose="020B0604020202020204" pitchFamily="34" charset="0"/>
              </a:rPr>
              <a:t>Script:  </a:t>
            </a:r>
            <a:r>
              <a:rPr lang="en-US" altLang="en-US" sz="1400">
                <a:latin typeface="Arial" panose="020B0604020202020204" pitchFamily="34" charset="0"/>
                <a:cs typeface="Arial" panose="020B0604020202020204" pitchFamily="34" charset="0"/>
              </a:rPr>
              <a:t>displays the current test script</a:t>
            </a:r>
          </a:p>
          <a:p>
            <a:pPr algn="l" rtl="0">
              <a:spcBef>
                <a:spcPct val="25000"/>
              </a:spcBef>
              <a:buClr>
                <a:srgbClr val="006600"/>
              </a:buClr>
              <a:buFont typeface="Wingdings" pitchFamily="2" charset="2"/>
              <a:buChar char="§"/>
            </a:pPr>
            <a:r>
              <a:rPr lang="en-US" altLang="en-US" sz="1400" b="1">
                <a:latin typeface="Arial" panose="020B0604020202020204" pitchFamily="34" charset="0"/>
                <a:cs typeface="Arial" panose="020B0604020202020204" pitchFamily="34" charset="0"/>
              </a:rPr>
              <a:t>Output</a:t>
            </a:r>
            <a:r>
              <a:rPr lang="en-US" altLang="en-US" sz="1400">
                <a:latin typeface="Arial" panose="020B0604020202020204" pitchFamily="34" charset="0"/>
                <a:cs typeface="Arial" panose="020B0604020202020204" pitchFamily="34" charset="0"/>
              </a:rPr>
              <a:t>:  displays the generated output file</a:t>
            </a:r>
          </a:p>
          <a:p>
            <a:pPr algn="l" rtl="0">
              <a:spcBef>
                <a:spcPct val="25000"/>
              </a:spcBef>
              <a:buClr>
                <a:srgbClr val="006600"/>
              </a:buClr>
              <a:buFont typeface="Wingdings" pitchFamily="2" charset="2"/>
              <a:buChar char="§"/>
            </a:pPr>
            <a:r>
              <a:rPr lang="en-US" altLang="en-US" sz="1400" b="1">
                <a:latin typeface="Arial" panose="020B0604020202020204" pitchFamily="34" charset="0"/>
                <a:cs typeface="Arial" panose="020B0604020202020204" pitchFamily="34" charset="0"/>
              </a:rPr>
              <a:t>Compare</a:t>
            </a:r>
            <a:r>
              <a:rPr lang="en-US" altLang="en-US" sz="1400">
                <a:latin typeface="Arial" panose="020B0604020202020204" pitchFamily="34" charset="0"/>
                <a:cs typeface="Arial" panose="020B0604020202020204" pitchFamily="34" charset="0"/>
              </a:rPr>
              <a:t>: displays the supplied comparison file</a:t>
            </a:r>
          </a:p>
          <a:p>
            <a:pPr algn="l" rtl="0">
              <a:spcBef>
                <a:spcPct val="25000"/>
              </a:spcBef>
              <a:buClr>
                <a:srgbClr val="006600"/>
              </a:buClr>
              <a:buFont typeface="Wingdings" pitchFamily="2" charset="2"/>
              <a:buChar char="§"/>
            </a:pPr>
            <a:r>
              <a:rPr lang="en-US" altLang="en-US" sz="1400" b="1">
                <a:latin typeface="Arial" panose="020B0604020202020204" pitchFamily="34" charset="0"/>
                <a:cs typeface="Arial" panose="020B0604020202020204" pitchFamily="34" charset="0"/>
              </a:rPr>
              <a:t>Screen</a:t>
            </a:r>
            <a:r>
              <a:rPr lang="en-US" altLang="en-US" sz="1400">
                <a:latin typeface="Arial" panose="020B0604020202020204" pitchFamily="34" charset="0"/>
                <a:cs typeface="Arial" panose="020B0604020202020204" pitchFamily="34" charset="0"/>
              </a:rPr>
              <a:t>: displays the GUI effects of built-in chips, if any.</a:t>
            </a:r>
          </a:p>
        </p:txBody>
      </p:sp>
      <p:sp>
        <p:nvSpPr>
          <p:cNvPr id="82960" name="AutoShape 16">
            <a:extLst>
              <a:ext uri="{FF2B5EF4-FFF2-40B4-BE49-F238E27FC236}">
                <a16:creationId xmlns:a16="http://schemas.microsoft.com/office/drawing/2014/main" id="{5D66C571-A621-CC4F-97E5-6D7A4A560B07}"/>
              </a:ext>
            </a:extLst>
          </p:cNvPr>
          <p:cNvSpPr>
            <a:spLocks noChangeArrowheads="1"/>
          </p:cNvSpPr>
          <p:nvPr/>
        </p:nvSpPr>
        <p:spPr bwMode="auto">
          <a:xfrm>
            <a:off x="990600" y="2362200"/>
            <a:ext cx="3124200" cy="3657600"/>
          </a:xfrm>
          <a:prstGeom prst="wedgeRoundRectCallout">
            <a:avLst>
              <a:gd name="adj1" fmla="val 66056"/>
              <a:gd name="adj2" fmla="val -75306"/>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0800" rIns="0"/>
          <a:lstStyle>
            <a:lvl1pPr marL="288925" indent="-196850" algn="r" rtl="1">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25000"/>
              </a:spcBef>
              <a:buClr>
                <a:srgbClr val="006600"/>
              </a:buClr>
              <a:buFont typeface="Wingdings" pitchFamily="2" charset="2"/>
              <a:buChar char="§"/>
            </a:pPr>
            <a:r>
              <a:rPr lang="en-US" altLang="en-US" sz="1400" b="1">
                <a:latin typeface="Arial" panose="020B0604020202020204" pitchFamily="34" charset="0"/>
                <a:cs typeface="Arial" panose="020B0604020202020204" pitchFamily="34" charset="0"/>
              </a:rPr>
              <a:t>Program flow</a:t>
            </a:r>
            <a:r>
              <a:rPr lang="en-US" altLang="en-US" sz="1400">
                <a:latin typeface="Arial" panose="020B0604020202020204" pitchFamily="34" charset="0"/>
                <a:cs typeface="Arial" panose="020B0604020202020204" pitchFamily="34" charset="0"/>
              </a:rPr>
              <a:t>: animates the flow of the currently loaded program</a:t>
            </a:r>
          </a:p>
          <a:p>
            <a:pPr algn="l" rtl="0">
              <a:spcBef>
                <a:spcPct val="25000"/>
              </a:spcBef>
              <a:buClr>
                <a:srgbClr val="006600"/>
              </a:buClr>
              <a:buFont typeface="Wingdings" pitchFamily="2" charset="2"/>
              <a:buChar char="§"/>
            </a:pPr>
            <a:r>
              <a:rPr lang="en-US" altLang="en-US" sz="1400" b="1">
                <a:latin typeface="Arial" panose="020B0604020202020204" pitchFamily="34" charset="0"/>
                <a:cs typeface="Arial" panose="020B0604020202020204" pitchFamily="34" charset="0"/>
              </a:rPr>
              <a:t> Program &amp; data flow</a:t>
            </a:r>
            <a:r>
              <a:rPr lang="en-US" altLang="en-US" sz="1400">
                <a:latin typeface="Arial" panose="020B0604020202020204" pitchFamily="34" charset="0"/>
                <a:cs typeface="Arial" panose="020B0604020202020204" pitchFamily="34" charset="0"/>
              </a:rPr>
              <a:t>: animates the flow of the current program and the data flow throughout the GUI elements displayed on the screen</a:t>
            </a:r>
          </a:p>
          <a:p>
            <a:pPr algn="l" rtl="0">
              <a:spcBef>
                <a:spcPct val="25000"/>
              </a:spcBef>
              <a:buClr>
                <a:srgbClr val="006600"/>
              </a:buClr>
              <a:buFont typeface="Wingdings" pitchFamily="2" charset="2"/>
              <a:buChar char="§"/>
            </a:pPr>
            <a:r>
              <a:rPr lang="en-US" altLang="en-US" sz="1400" b="1">
                <a:latin typeface="Arial" panose="020B0604020202020204" pitchFamily="34" charset="0"/>
                <a:cs typeface="Arial" panose="020B0604020202020204" pitchFamily="34" charset="0"/>
              </a:rPr>
              <a:t> No animation </a:t>
            </a:r>
            <a:r>
              <a:rPr lang="en-US" altLang="en-US" sz="1400">
                <a:latin typeface="Arial Unicode MS" panose="020B0604020202020204" pitchFamily="34" charset="-128"/>
                <a:ea typeface="Arial Unicode MS" panose="020B0604020202020204" pitchFamily="34" charset="-128"/>
                <a:cs typeface="Arial Unicode MS" panose="020B0604020202020204" pitchFamily="34" charset="-128"/>
              </a:rPr>
              <a:t>(default)</a:t>
            </a:r>
            <a:r>
              <a:rPr lang="en-US" altLang="en-US" sz="1400">
                <a:latin typeface="Arial" panose="020B0604020202020204" pitchFamily="34" charset="0"/>
                <a:cs typeface="Arial" panose="020B0604020202020204" pitchFamily="34" charset="0"/>
              </a:rPr>
              <a:t>: program and data flow are not animated.</a:t>
            </a:r>
          </a:p>
          <a:p>
            <a:pPr algn="l" rtl="0">
              <a:spcBef>
                <a:spcPct val="25000"/>
              </a:spcBef>
              <a:buClr>
                <a:srgbClr val="006600"/>
              </a:buClr>
              <a:buFont typeface="Wingdings" pitchFamily="2" charset="2"/>
              <a:buChar char="§"/>
            </a:pPr>
            <a:r>
              <a:rPr lang="en-US" altLang="en-US" sz="1400" b="1" u="sng">
                <a:solidFill>
                  <a:srgbClr val="CC3300"/>
                </a:solidFill>
                <a:latin typeface="Arial" panose="020B0604020202020204" pitchFamily="34" charset="0"/>
                <a:cs typeface="Arial" panose="020B0604020202020204" pitchFamily="34" charset="0"/>
              </a:rPr>
              <a:t>Tip:</a:t>
            </a:r>
            <a:r>
              <a:rPr lang="en-US" altLang="en-US" sz="1400" b="1">
                <a:solidFill>
                  <a:srgbClr val="CC3300"/>
                </a:solidFill>
                <a:latin typeface="Arial" panose="020B0604020202020204" pitchFamily="34" charset="0"/>
                <a:cs typeface="Arial" panose="020B0604020202020204" pitchFamily="34" charset="0"/>
              </a:rPr>
              <a:t> </a:t>
            </a:r>
            <a:r>
              <a:rPr lang="en-US" altLang="en-US" sz="1400">
                <a:latin typeface="Arial" panose="020B0604020202020204" pitchFamily="34" charset="0"/>
                <a:cs typeface="Arial" panose="020B0604020202020204" pitchFamily="34" charset="0"/>
              </a:rPr>
              <a:t>When running </a:t>
            </a:r>
            <a:r>
              <a:rPr lang="en-US" altLang="en-US" sz="1400" i="1">
                <a:latin typeface="Arial" panose="020B0604020202020204" pitchFamily="34" charset="0"/>
                <a:cs typeface="Arial" panose="020B0604020202020204" pitchFamily="34" charset="0"/>
              </a:rPr>
              <a:t>programs</a:t>
            </a:r>
            <a:r>
              <a:rPr lang="en-US" altLang="en-US" sz="1400">
                <a:latin typeface="Arial" panose="020B0604020202020204" pitchFamily="34" charset="0"/>
                <a:cs typeface="Arial" panose="020B0604020202020204" pitchFamily="34" charset="0"/>
              </a:rPr>
              <a:t> on the </a:t>
            </a:r>
            <a:r>
              <a:rPr lang="en-US" altLang="en-US" sz="1400" b="1">
                <a:latin typeface="Courier New" panose="02070309020205020404" pitchFamily="49" charset="0"/>
                <a:cs typeface="Courier New" panose="02070309020205020404" pitchFamily="49" charset="0"/>
              </a:rPr>
              <a:t>CPU</a:t>
            </a:r>
            <a:r>
              <a:rPr lang="en-US" altLang="en-US" sz="1400">
                <a:latin typeface="Arial" panose="020B0604020202020204" pitchFamily="34" charset="0"/>
                <a:cs typeface="Arial" panose="020B0604020202020204" pitchFamily="34" charset="0"/>
              </a:rPr>
              <a:t> or </a:t>
            </a:r>
            <a:r>
              <a:rPr lang="en-US" altLang="en-US" sz="1400" b="1">
                <a:latin typeface="Courier New" panose="02070309020205020404" pitchFamily="49" charset="0"/>
                <a:cs typeface="Courier New" panose="02070309020205020404" pitchFamily="49" charset="0"/>
              </a:rPr>
              <a:t>Computer</a:t>
            </a:r>
            <a:r>
              <a:rPr lang="en-US" altLang="en-US" sz="1400">
                <a:latin typeface="Arial" panose="020B0604020202020204" pitchFamily="34" charset="0"/>
                <a:cs typeface="Arial" panose="020B0604020202020204" pitchFamily="34" charset="0"/>
              </a:rPr>
              <a:t> chip, any animation effects slow down the simulation considerably.  </a:t>
            </a:r>
          </a:p>
          <a:p>
            <a:pPr algn="l" rtl="0">
              <a:buFontTx/>
              <a:buAutoNum type="arabicPeriod"/>
            </a:pPr>
            <a:endParaRPr lang="en-US" altLang="en-US" sz="1400">
              <a:latin typeface="Arial" panose="020B0604020202020204" pitchFamily="34" charset="0"/>
              <a:cs typeface="Arial" panose="020B0604020202020204" pitchFamily="34" charset="0"/>
            </a:endParaRPr>
          </a:p>
        </p:txBody>
      </p:sp>
      <p:sp>
        <p:nvSpPr>
          <p:cNvPr id="82961" name="AutoShape 17">
            <a:extLst>
              <a:ext uri="{FF2B5EF4-FFF2-40B4-BE49-F238E27FC236}">
                <a16:creationId xmlns:a16="http://schemas.microsoft.com/office/drawing/2014/main" id="{AA8DA852-7152-974F-BB27-6CA31C7AF16F}"/>
              </a:ext>
            </a:extLst>
          </p:cNvPr>
          <p:cNvSpPr>
            <a:spLocks noChangeArrowheads="1"/>
          </p:cNvSpPr>
          <p:nvPr/>
        </p:nvSpPr>
        <p:spPr bwMode="auto">
          <a:xfrm>
            <a:off x="4267200" y="2514600"/>
            <a:ext cx="1905000" cy="1600200"/>
          </a:xfrm>
          <a:prstGeom prst="wedgeRoundRectCallout">
            <a:avLst>
              <a:gd name="adj1" fmla="val 33500"/>
              <a:gd name="adj2" fmla="val -114384"/>
              <a:gd name="adj3" fmla="val 16667"/>
            </a:avLst>
          </a:prstGeom>
          <a:solidFill>
            <a:srgbClr val="FFFFC5"/>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85738" indent="-185738" algn="r" rtl="1">
              <a:defRPr sz="2400">
                <a:solidFill>
                  <a:schemeClr val="tx1"/>
                </a:solidFill>
                <a:latin typeface="Times New Roman" panose="02020603050405020304" pitchFamily="18" charset="0"/>
                <a:cs typeface="Times New Roman (Hebrew)" panose="02020603050405020304" pitchFamily="18" charset="0"/>
              </a:defRPr>
            </a:lvl1pPr>
            <a:lvl2pPr algn="r" rtl="1">
              <a:defRPr sz="2400">
                <a:solidFill>
                  <a:schemeClr val="tx1"/>
                </a:solidFill>
                <a:latin typeface="Times New Roman" panose="02020603050405020304" pitchFamily="18" charset="0"/>
                <a:cs typeface="Times New Roman (Hebrew)" panose="02020603050405020304" pitchFamily="18" charset="0"/>
              </a:defRPr>
            </a:lvl2pPr>
            <a:lvl3pPr algn="r" rtl="1">
              <a:defRPr sz="2400">
                <a:solidFill>
                  <a:schemeClr val="tx1"/>
                </a:solidFill>
                <a:latin typeface="Times New Roman" panose="02020603050405020304" pitchFamily="18" charset="0"/>
                <a:cs typeface="Times New Roman (Hebrew)" panose="02020603050405020304" pitchFamily="18" charset="0"/>
              </a:defRPr>
            </a:lvl3pPr>
            <a:lvl4pPr algn="r" rtl="1">
              <a:defRPr sz="2400">
                <a:solidFill>
                  <a:schemeClr val="tx1"/>
                </a:solidFill>
                <a:latin typeface="Times New Roman" panose="02020603050405020304" pitchFamily="18" charset="0"/>
                <a:cs typeface="Times New Roman (Hebrew)" panose="02020603050405020304" pitchFamily="18" charset="0"/>
              </a:defRPr>
            </a:lvl4pPr>
            <a:lvl5pPr algn="r" rtl="1">
              <a:defRPr sz="2400">
                <a:solidFill>
                  <a:schemeClr val="tx1"/>
                </a:solidFill>
                <a:latin typeface="Times New Roman" panose="02020603050405020304" pitchFamily="18" charset="0"/>
                <a:cs typeface="Times New Roman (Hebrew)" panose="02020603050405020304" pitchFamily="18" charset="0"/>
              </a:defRPr>
            </a:lvl5pPr>
            <a:lvl6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6pPr>
            <a:lvl7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7pPr>
            <a:lvl8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8pPr>
            <a:lvl9pPr algn="r" rtl="1" fontAlgn="base">
              <a:spcBef>
                <a:spcPct val="0"/>
              </a:spcBef>
              <a:spcAft>
                <a:spcPct val="0"/>
              </a:spcAft>
              <a:defRPr sz="2400">
                <a:solidFill>
                  <a:schemeClr val="tx1"/>
                </a:solidFill>
                <a:latin typeface="Times New Roman" panose="02020603050405020304" pitchFamily="18" charset="0"/>
                <a:cs typeface="Times New Roman (Hebrew)" panose="02020603050405020304" pitchFamily="18" charset="0"/>
              </a:defRPr>
            </a:lvl9pPr>
          </a:lstStyle>
          <a:p>
            <a:pPr algn="l" rtl="0"/>
            <a:r>
              <a:rPr lang="en-US" altLang="en-US" sz="1400">
                <a:latin typeface="Arial" panose="020B0604020202020204" pitchFamily="34" charset="0"/>
                <a:cs typeface="Arial" panose="020B0604020202020204" pitchFamily="34" charset="0"/>
              </a:rPr>
              <a:t>Format of displayed pin values:</a:t>
            </a:r>
          </a:p>
          <a:p>
            <a:pPr algn="l" rtl="0">
              <a:spcBef>
                <a:spcPct val="25000"/>
              </a:spcBef>
              <a:buClr>
                <a:srgbClr val="006600"/>
              </a:buClr>
              <a:buFont typeface="Wingdings" pitchFamily="2" charset="2"/>
              <a:buChar char="§"/>
            </a:pPr>
            <a:r>
              <a:rPr lang="en-US" altLang="en-US" sz="1400" b="1">
                <a:latin typeface="Arial" panose="020B0604020202020204" pitchFamily="34" charset="0"/>
                <a:cs typeface="Arial" panose="020B0604020202020204" pitchFamily="34" charset="0"/>
              </a:rPr>
              <a:t>Decimal </a:t>
            </a:r>
            <a:r>
              <a:rPr lang="en-US" altLang="en-US" sz="1400">
                <a:latin typeface="Arial" panose="020B0604020202020204" pitchFamily="34" charset="0"/>
                <a:cs typeface="Arial" panose="020B0604020202020204" pitchFamily="34" charset="0"/>
              </a:rPr>
              <a:t>(default)</a:t>
            </a:r>
          </a:p>
          <a:p>
            <a:pPr algn="l" rtl="0">
              <a:spcBef>
                <a:spcPct val="25000"/>
              </a:spcBef>
              <a:buClr>
                <a:srgbClr val="006600"/>
              </a:buClr>
              <a:buFont typeface="Wingdings" pitchFamily="2" charset="2"/>
              <a:buChar char="§"/>
            </a:pPr>
            <a:r>
              <a:rPr lang="en-US" altLang="en-US" sz="1400" b="1">
                <a:latin typeface="Arial" panose="020B0604020202020204" pitchFamily="34" charset="0"/>
                <a:cs typeface="Arial" panose="020B0604020202020204" pitchFamily="34" charset="0"/>
              </a:rPr>
              <a:t>Hexadecimal</a:t>
            </a:r>
          </a:p>
          <a:p>
            <a:pPr algn="l" rtl="0">
              <a:spcBef>
                <a:spcPct val="25000"/>
              </a:spcBef>
              <a:buClr>
                <a:srgbClr val="006600"/>
              </a:buClr>
              <a:buFont typeface="Wingdings" pitchFamily="2" charset="2"/>
              <a:buChar char="§"/>
            </a:pPr>
            <a:r>
              <a:rPr lang="en-US" altLang="en-US" sz="1400" b="1">
                <a:latin typeface="Arial" panose="020B0604020202020204" pitchFamily="34" charset="0"/>
                <a:cs typeface="Arial" panose="020B0604020202020204" pitchFamily="34" charset="0"/>
              </a:rPr>
              <a:t>Binary</a:t>
            </a:r>
            <a:endParaRPr lang="en-US" altLang="en-US" sz="1400">
              <a:latin typeface="Arial" panose="020B0604020202020204" pitchFamily="34" charset="0"/>
              <a:cs typeface="Arial" panose="020B0604020202020204" pitchFamily="34" charset="0"/>
            </a:endParaRPr>
          </a:p>
          <a:p>
            <a:pPr algn="l" rtl="0">
              <a:spcBef>
                <a:spcPct val="25000"/>
              </a:spcBef>
              <a:buClr>
                <a:srgbClr val="006600"/>
              </a:buClr>
              <a:buFont typeface="Wingdings" pitchFamily="2" charset="2"/>
              <a:buChar char="§"/>
            </a:pPr>
            <a:endParaRPr lang="en-US" altLang="en-US" sz="140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296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8296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82959"/>
                                        </p:tgtEl>
                                        <p:attrNameLst>
                                          <p:attrName>style.visibility</p:attrName>
                                        </p:attrNameLst>
                                      </p:cBhvr>
                                      <p:to>
                                        <p:strVal val="visible"/>
                                      </p:to>
                                    </p:set>
                                  </p:childTnLst>
                                  <p:subTnLst>
                                    <p:set>
                                      <p:cBhvr override="childStyle">
                                        <p:cTn dur="1" fill="hold" display="0" masterRel="nextClick" afterEffect="1"/>
                                        <p:tgtEl>
                                          <p:spTgt spid="8295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9" grpId="0" animBg="1" autoUpdateAnimBg="0"/>
      <p:bldP spid="82960" grpId="0" animBg="1" autoUpdateAnimBg="0"/>
      <p:bldP spid="82961"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a:extLst>
              <a:ext uri="{FF2B5EF4-FFF2-40B4-BE49-F238E27FC236}">
                <a16:creationId xmlns:a16="http://schemas.microsoft.com/office/drawing/2014/main" id="{3B246588-2D5B-AE40-8D38-5D58A58374AB}"/>
              </a:ext>
            </a:extLst>
          </p:cNvPr>
          <p:cNvSpPr>
            <a:spLocks noGrp="1" noChangeArrowheads="1"/>
          </p:cNvSpPr>
          <p:nvPr>
            <p:ph type="title"/>
          </p:nvPr>
        </p:nvSpPr>
        <p:spPr/>
        <p:txBody>
          <a:bodyPr/>
          <a:lstStyle/>
          <a:p>
            <a:r>
              <a:rPr lang="en-US" altLang="en-US"/>
              <a:t>Hardware Simulation Tutorial</a:t>
            </a:r>
          </a:p>
        </p:txBody>
      </p:sp>
      <p:pic>
        <p:nvPicPr>
          <p:cNvPr id="164867" name="Picture 3" descr="monitor">
            <a:extLst>
              <a:ext uri="{FF2B5EF4-FFF2-40B4-BE49-F238E27FC236}">
                <a16:creationId xmlns:a16="http://schemas.microsoft.com/office/drawing/2014/main" id="{2FC5101F-4515-4C4D-ABEA-BBD27EC60C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219200"/>
            <a:ext cx="4572000" cy="4724400"/>
          </a:xfrm>
          <a:prstGeom prst="rect">
            <a:avLst/>
          </a:prstGeom>
          <a:noFill/>
          <a:extLst>
            <a:ext uri="{909E8E84-426E-40DD-AFC4-6F175D3DCCD1}">
              <a14:hiddenFill xmlns:a14="http://schemas.microsoft.com/office/drawing/2010/main">
                <a:solidFill>
                  <a:srgbClr val="FFFFFF"/>
                </a:solidFill>
              </a14:hiddenFill>
            </a:ext>
          </a:extLst>
        </p:spPr>
      </p:pic>
      <p:sp>
        <p:nvSpPr>
          <p:cNvPr id="164868" name="Rectangle 4">
            <a:extLst>
              <a:ext uri="{FF2B5EF4-FFF2-40B4-BE49-F238E27FC236}">
                <a16:creationId xmlns:a16="http://schemas.microsoft.com/office/drawing/2014/main" id="{BD6365EA-E769-D240-924D-D231F55C5315}"/>
              </a:ext>
            </a:extLst>
          </p:cNvPr>
          <p:cNvSpPr>
            <a:spLocks noChangeArrowheads="1"/>
          </p:cNvSpPr>
          <p:nvPr/>
        </p:nvSpPr>
        <p:spPr bwMode="auto">
          <a:xfrm>
            <a:off x="3048000" y="2133600"/>
            <a:ext cx="3429000" cy="16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0513" indent="-290513" algn="l">
              <a:spcBef>
                <a:spcPct val="40000"/>
              </a:spcBef>
              <a:buClr>
                <a:srgbClr val="006600"/>
              </a:buClr>
              <a:buSzPct val="110000"/>
              <a:buFont typeface="Wingdings" pitchFamily="2" charset="2"/>
              <a:buChar char="§"/>
              <a:tabLst>
                <a:tab pos="0" algn="l"/>
              </a:tabLst>
              <a:defRPr sz="2000">
                <a:solidFill>
                  <a:schemeClr val="tx1"/>
                </a:solidFill>
                <a:latin typeface="Arial" panose="020B0604020202020204" pitchFamily="34" charset="0"/>
                <a:cs typeface="Times New Roman (Hebrew)" panose="02020603050405020304" pitchFamily="18" charset="0"/>
              </a:defRPr>
            </a:lvl1pPr>
            <a:lvl2pPr marL="481013" algn="l">
              <a:spcBef>
                <a:spcPct val="40000"/>
              </a:spcBef>
              <a:buClr>
                <a:srgbClr val="00007A"/>
              </a:buClr>
              <a:buSzPct val="125000"/>
              <a:buChar char="•"/>
              <a:tabLst>
                <a:tab pos="0" algn="l"/>
              </a:tabLst>
              <a:defRPr>
                <a:solidFill>
                  <a:schemeClr val="tx1"/>
                </a:solidFill>
                <a:latin typeface="Arial" panose="020B0604020202020204" pitchFamily="34" charset="0"/>
                <a:cs typeface="Times New Roman (Hebrew)" panose="02020603050405020304" pitchFamily="18" charset="0"/>
              </a:defRPr>
            </a:lvl2pPr>
            <a:lvl3pPr algn="l">
              <a:spcBef>
                <a:spcPct val="40000"/>
              </a:spcBef>
              <a:buClr>
                <a:srgbClr val="A50021"/>
              </a:buClr>
              <a:buSzPct val="110000"/>
              <a:buChar char="•"/>
              <a:tabLst>
                <a:tab pos="0" algn="l"/>
              </a:tabLst>
              <a:defRPr sz="1600">
                <a:solidFill>
                  <a:schemeClr val="tx1"/>
                </a:solidFill>
                <a:latin typeface="Arial" panose="020B0604020202020204" pitchFamily="34" charset="0"/>
                <a:cs typeface="Times New Roman (Hebrew)" panose="02020603050405020304" pitchFamily="18" charset="0"/>
              </a:defRPr>
            </a:lvl3pPr>
            <a:lvl4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4pPr>
            <a:lvl5pPr algn="l">
              <a:spcBef>
                <a:spcPct val="40000"/>
              </a:spcBef>
              <a:buChar char="»"/>
              <a:tabLst>
                <a:tab pos="0" algn="l"/>
              </a:tabLst>
              <a:defRPr sz="1600">
                <a:solidFill>
                  <a:schemeClr val="tx1"/>
                </a:solidFill>
                <a:latin typeface="Arial" panose="020B0604020202020204" pitchFamily="34" charset="0"/>
                <a:cs typeface="Times New Roman (Hebrew)" panose="02020603050405020304" pitchFamily="18" charset="0"/>
              </a:defRPr>
            </a:lvl5pPr>
            <a:lvl6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6pPr>
            <a:lvl7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7pPr>
            <a:lvl8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8pPr>
            <a:lvl9pPr fontAlgn="base">
              <a:spcBef>
                <a:spcPct val="40000"/>
              </a:spcBef>
              <a:spcAft>
                <a:spcPct val="0"/>
              </a:spcAft>
              <a:buChar char="»"/>
              <a:tabLst>
                <a:tab pos="0" algn="l"/>
              </a:tabLst>
              <a:defRPr sz="1600">
                <a:solidFill>
                  <a:schemeClr val="tx1"/>
                </a:solidFill>
                <a:latin typeface="Arial" panose="020B0604020202020204" pitchFamily="34" charset="0"/>
                <a:cs typeface="Times New Roman (Hebrew)" panose="02020603050405020304" pitchFamily="18" charset="0"/>
              </a:defRPr>
            </a:lvl9pPr>
          </a:lstStyle>
          <a:p>
            <a:pPr algn="ctr">
              <a:spcBef>
                <a:spcPct val="60000"/>
              </a:spcBef>
              <a:buFont typeface="Wingdings" pitchFamily="2" charset="2"/>
              <a:buNone/>
            </a:pPr>
            <a:r>
              <a:rPr lang="en-US" altLang="he-IL" sz="2400" b="1" u="sng">
                <a:solidFill>
                  <a:srgbClr val="000066"/>
                </a:solidFill>
              </a:rPr>
              <a:t>Part VII:</a:t>
            </a:r>
          </a:p>
          <a:p>
            <a:pPr algn="ctr">
              <a:spcBef>
                <a:spcPct val="100000"/>
              </a:spcBef>
              <a:buFont typeface="Wingdings" pitchFamily="2" charset="2"/>
              <a:buNone/>
            </a:pPr>
            <a:r>
              <a:rPr lang="en-US" altLang="he-IL" sz="2400" b="1">
                <a:solidFill>
                  <a:srgbClr val="000066"/>
                </a:solidFill>
              </a:rPr>
              <a:t>The Hack</a:t>
            </a:r>
          </a:p>
          <a:p>
            <a:pPr algn="ctr">
              <a:spcBef>
                <a:spcPct val="30000"/>
              </a:spcBef>
              <a:buFont typeface="Wingdings" pitchFamily="2" charset="2"/>
              <a:buNone/>
            </a:pPr>
            <a:r>
              <a:rPr lang="en-US" altLang="he-IL" sz="2400" b="1">
                <a:solidFill>
                  <a:srgbClr val="000066"/>
                </a:solidFill>
              </a:rPr>
              <a:t>Hardware Platform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a:extLst>
              <a:ext uri="{FF2B5EF4-FFF2-40B4-BE49-F238E27FC236}">
                <a16:creationId xmlns:a16="http://schemas.microsoft.com/office/drawing/2014/main" id="{0BF21268-63B4-9F43-976F-11E2A4DD36C6}"/>
              </a:ext>
            </a:extLst>
          </p:cNvPr>
          <p:cNvSpPr>
            <a:spLocks noGrp="1" noChangeArrowheads="1"/>
          </p:cNvSpPr>
          <p:nvPr>
            <p:ph type="title"/>
          </p:nvPr>
        </p:nvSpPr>
        <p:spPr/>
        <p:txBody>
          <a:bodyPr/>
          <a:lstStyle/>
          <a:p>
            <a:r>
              <a:rPr lang="en-US" altLang="en-US"/>
              <a:t>Hack: a General-Purpose 16-bit Computer</a:t>
            </a:r>
          </a:p>
        </p:txBody>
      </p:sp>
      <p:grpSp>
        <p:nvGrpSpPr>
          <p:cNvPr id="165929" name="Group 41">
            <a:extLst>
              <a:ext uri="{FF2B5EF4-FFF2-40B4-BE49-F238E27FC236}">
                <a16:creationId xmlns:a16="http://schemas.microsoft.com/office/drawing/2014/main" id="{50ED2743-0177-9742-8FD0-654E0BFA4300}"/>
              </a:ext>
            </a:extLst>
          </p:cNvPr>
          <p:cNvGrpSpPr>
            <a:grpSpLocks/>
          </p:cNvGrpSpPr>
          <p:nvPr/>
        </p:nvGrpSpPr>
        <p:grpSpPr bwMode="auto">
          <a:xfrm>
            <a:off x="533400" y="1066800"/>
            <a:ext cx="3810000" cy="2209800"/>
            <a:chOff x="336" y="960"/>
            <a:chExt cx="2400" cy="1392"/>
          </a:xfrm>
        </p:grpSpPr>
        <p:grpSp>
          <p:nvGrpSpPr>
            <p:cNvPr id="165897" name="Group 9">
              <a:extLst>
                <a:ext uri="{FF2B5EF4-FFF2-40B4-BE49-F238E27FC236}">
                  <a16:creationId xmlns:a16="http://schemas.microsoft.com/office/drawing/2014/main" id="{72F7B0F0-A65F-5C40-BB9F-9614ACEF161E}"/>
                </a:ext>
              </a:extLst>
            </p:cNvPr>
            <p:cNvGrpSpPr>
              <a:grpSpLocks/>
            </p:cNvGrpSpPr>
            <p:nvPr/>
          </p:nvGrpSpPr>
          <p:grpSpPr bwMode="auto">
            <a:xfrm>
              <a:off x="336" y="960"/>
              <a:ext cx="2400" cy="1392"/>
              <a:chOff x="384" y="672"/>
              <a:chExt cx="5136" cy="2736"/>
            </a:xfrm>
          </p:grpSpPr>
          <p:grpSp>
            <p:nvGrpSpPr>
              <p:cNvPr id="165898" name="Group 10">
                <a:extLst>
                  <a:ext uri="{FF2B5EF4-FFF2-40B4-BE49-F238E27FC236}">
                    <a16:creationId xmlns:a16="http://schemas.microsoft.com/office/drawing/2014/main" id="{E7A7E193-AB16-604F-8975-2F9DB4A51D19}"/>
                  </a:ext>
                </a:extLst>
              </p:cNvPr>
              <p:cNvGrpSpPr>
                <a:grpSpLocks/>
              </p:cNvGrpSpPr>
              <p:nvPr/>
            </p:nvGrpSpPr>
            <p:grpSpPr bwMode="auto">
              <a:xfrm>
                <a:off x="384" y="672"/>
                <a:ext cx="5136" cy="2736"/>
                <a:chOff x="384" y="672"/>
                <a:chExt cx="5136" cy="2736"/>
              </a:xfrm>
            </p:grpSpPr>
            <p:pic>
              <p:nvPicPr>
                <p:cNvPr id="165899" name="Picture 11">
                  <a:extLst>
                    <a:ext uri="{FF2B5EF4-FFF2-40B4-BE49-F238E27FC236}">
                      <a16:creationId xmlns:a16="http://schemas.microsoft.com/office/drawing/2014/main" id="{B43703E6-DE4D-4E48-AA0A-D092140CA9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7656" t="13293" b="50206"/>
                <a:stretch>
                  <a:fillRect/>
                </a:stretch>
              </p:blipFill>
              <p:spPr bwMode="auto">
                <a:xfrm>
                  <a:off x="384" y="672"/>
                  <a:ext cx="5136" cy="259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5900" name="Picture 12">
                  <a:extLst>
                    <a:ext uri="{FF2B5EF4-FFF2-40B4-BE49-F238E27FC236}">
                      <a16:creationId xmlns:a16="http://schemas.microsoft.com/office/drawing/2014/main" id="{FCE29C97-1371-784F-8C6B-4222D98734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7656" t="54529" b="44795"/>
                <a:stretch>
                  <a:fillRect/>
                </a:stretch>
              </p:blipFill>
              <p:spPr bwMode="auto">
                <a:xfrm>
                  <a:off x="384" y="3264"/>
                  <a:ext cx="5136" cy="14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65901" name="Rectangle 13">
                <a:extLst>
                  <a:ext uri="{FF2B5EF4-FFF2-40B4-BE49-F238E27FC236}">
                    <a16:creationId xmlns:a16="http://schemas.microsoft.com/office/drawing/2014/main" id="{58882E15-572E-364A-9D9A-7D8D397831F7}"/>
                  </a:ext>
                </a:extLst>
              </p:cNvPr>
              <p:cNvSpPr>
                <a:spLocks noChangeArrowheads="1"/>
              </p:cNvSpPr>
              <p:nvPr/>
            </p:nvSpPr>
            <p:spPr bwMode="auto">
              <a:xfrm>
                <a:off x="2160" y="1104"/>
                <a:ext cx="2256" cy="18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pic>
            <p:nvPicPr>
              <p:cNvPr id="165902" name="Picture 14">
                <a:extLst>
                  <a:ext uri="{FF2B5EF4-FFF2-40B4-BE49-F238E27FC236}">
                    <a16:creationId xmlns:a16="http://schemas.microsoft.com/office/drawing/2014/main" id="{4D15FF8C-661C-A249-9681-6853CB86C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7008" t="23433" r="13698" b="55614"/>
              <a:stretch>
                <a:fillRect/>
              </a:stretch>
            </p:blipFill>
            <p:spPr bwMode="auto">
              <a:xfrm>
                <a:off x="2496" y="1200"/>
                <a:ext cx="912" cy="148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5903" name="Picture 15">
                <a:extLst>
                  <a:ext uri="{FF2B5EF4-FFF2-40B4-BE49-F238E27FC236}">
                    <a16:creationId xmlns:a16="http://schemas.microsoft.com/office/drawing/2014/main" id="{D17EE1E8-1BA9-334E-8D0A-8AFC8702D1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6246" t="19377" r="27884" b="57642"/>
              <a:stretch>
                <a:fillRect/>
              </a:stretch>
            </p:blipFill>
            <p:spPr bwMode="auto">
              <a:xfrm>
                <a:off x="1632" y="1104"/>
                <a:ext cx="576" cy="163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65911" name="AutoShape 23">
              <a:extLst>
                <a:ext uri="{FF2B5EF4-FFF2-40B4-BE49-F238E27FC236}">
                  <a16:creationId xmlns:a16="http://schemas.microsoft.com/office/drawing/2014/main" id="{872FE809-7460-D143-92D7-83506F338E48}"/>
                </a:ext>
              </a:extLst>
            </p:cNvPr>
            <p:cNvSpPr>
              <a:spLocks noChangeArrowheads="1"/>
            </p:cNvSpPr>
            <p:nvPr/>
          </p:nvSpPr>
          <p:spPr bwMode="auto">
            <a:xfrm>
              <a:off x="1920" y="1104"/>
              <a:ext cx="672" cy="28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en-US" sz="1400" b="1">
                  <a:solidFill>
                    <a:srgbClr val="800000"/>
                  </a:solidFill>
                  <a:cs typeface="Times New Roman (Hebrew)" panose="02020603050405020304" pitchFamily="18" charset="0"/>
                </a:rPr>
                <a:t>Hang Man</a:t>
              </a:r>
              <a:endParaRPr lang="en-US" altLang="en-US" sz="1400" b="1">
                <a:solidFill>
                  <a:schemeClr val="tx1"/>
                </a:solidFill>
                <a:cs typeface="Times New Roman (Hebrew)" panose="02020603050405020304" pitchFamily="18" charset="0"/>
              </a:endParaRPr>
            </a:p>
          </p:txBody>
        </p:sp>
      </p:grpSp>
      <p:grpSp>
        <p:nvGrpSpPr>
          <p:cNvPr id="165928" name="Group 40">
            <a:extLst>
              <a:ext uri="{FF2B5EF4-FFF2-40B4-BE49-F238E27FC236}">
                <a16:creationId xmlns:a16="http://schemas.microsoft.com/office/drawing/2014/main" id="{F80C116D-B5ED-A545-A2EB-8E712F9204CB}"/>
              </a:ext>
            </a:extLst>
          </p:cNvPr>
          <p:cNvGrpSpPr>
            <a:grpSpLocks/>
          </p:cNvGrpSpPr>
          <p:nvPr/>
        </p:nvGrpSpPr>
        <p:grpSpPr bwMode="auto">
          <a:xfrm>
            <a:off x="4724400" y="1066800"/>
            <a:ext cx="3810000" cy="2209800"/>
            <a:chOff x="2976" y="960"/>
            <a:chExt cx="2400" cy="1392"/>
          </a:xfrm>
        </p:grpSpPr>
        <p:grpSp>
          <p:nvGrpSpPr>
            <p:cNvPr id="165904" name="Group 16">
              <a:extLst>
                <a:ext uri="{FF2B5EF4-FFF2-40B4-BE49-F238E27FC236}">
                  <a16:creationId xmlns:a16="http://schemas.microsoft.com/office/drawing/2014/main" id="{034ABAA7-E4DE-6041-B70E-F99D8A3981E7}"/>
                </a:ext>
              </a:extLst>
            </p:cNvPr>
            <p:cNvGrpSpPr>
              <a:grpSpLocks/>
            </p:cNvGrpSpPr>
            <p:nvPr/>
          </p:nvGrpSpPr>
          <p:grpSpPr bwMode="auto">
            <a:xfrm>
              <a:off x="2976" y="960"/>
              <a:ext cx="2400" cy="1392"/>
              <a:chOff x="384" y="672"/>
              <a:chExt cx="5136" cy="2736"/>
            </a:xfrm>
          </p:grpSpPr>
          <p:pic>
            <p:nvPicPr>
              <p:cNvPr id="165905" name="Picture 17">
                <a:extLst>
                  <a:ext uri="{FF2B5EF4-FFF2-40B4-BE49-F238E27FC236}">
                    <a16:creationId xmlns:a16="http://schemas.microsoft.com/office/drawing/2014/main" id="{32ADFC4B-3368-7E41-9CBC-7A1DD4CF67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7656" t="13293" b="50203"/>
              <a:stretch>
                <a:fillRect/>
              </a:stretch>
            </p:blipFill>
            <p:spPr bwMode="auto">
              <a:xfrm>
                <a:off x="384" y="672"/>
                <a:ext cx="5136" cy="259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5906" name="Picture 18">
                <a:extLst>
                  <a:ext uri="{FF2B5EF4-FFF2-40B4-BE49-F238E27FC236}">
                    <a16:creationId xmlns:a16="http://schemas.microsoft.com/office/drawing/2014/main" id="{5F07B1E5-CED5-2740-9C16-7F1F9F1B47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7656" t="54529" b="44795"/>
              <a:stretch>
                <a:fillRect/>
              </a:stretch>
            </p:blipFill>
            <p:spPr bwMode="auto">
              <a:xfrm>
                <a:off x="384" y="3264"/>
                <a:ext cx="5136" cy="14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65923" name="AutoShape 35">
              <a:extLst>
                <a:ext uri="{FF2B5EF4-FFF2-40B4-BE49-F238E27FC236}">
                  <a16:creationId xmlns:a16="http://schemas.microsoft.com/office/drawing/2014/main" id="{7943A73E-3D95-3E47-AAFC-956D5A2A898E}"/>
                </a:ext>
              </a:extLst>
            </p:cNvPr>
            <p:cNvSpPr>
              <a:spLocks noChangeArrowheads="1"/>
            </p:cNvSpPr>
            <p:nvPr/>
          </p:nvSpPr>
          <p:spPr bwMode="auto">
            <a:xfrm>
              <a:off x="4560" y="1104"/>
              <a:ext cx="672" cy="28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en-US" sz="1400" b="1">
                  <a:solidFill>
                    <a:srgbClr val="800000"/>
                  </a:solidFill>
                  <a:cs typeface="Times New Roman (Hebrew)" panose="02020603050405020304" pitchFamily="18" charset="0"/>
                </a:rPr>
                <a:t>Maze</a:t>
              </a:r>
              <a:endParaRPr lang="en-US" altLang="en-US" sz="1400" b="1">
                <a:solidFill>
                  <a:schemeClr val="tx1"/>
                </a:solidFill>
                <a:cs typeface="Times New Roman (Hebrew)" panose="02020603050405020304" pitchFamily="18" charset="0"/>
              </a:endParaRPr>
            </a:p>
          </p:txBody>
        </p:sp>
      </p:grpSp>
      <p:grpSp>
        <p:nvGrpSpPr>
          <p:cNvPr id="165930" name="Group 42">
            <a:extLst>
              <a:ext uri="{FF2B5EF4-FFF2-40B4-BE49-F238E27FC236}">
                <a16:creationId xmlns:a16="http://schemas.microsoft.com/office/drawing/2014/main" id="{BA07D054-5124-0C43-AE45-E50D1FCE0DF8}"/>
              </a:ext>
            </a:extLst>
          </p:cNvPr>
          <p:cNvGrpSpPr>
            <a:grpSpLocks/>
          </p:cNvGrpSpPr>
          <p:nvPr/>
        </p:nvGrpSpPr>
        <p:grpSpPr bwMode="auto">
          <a:xfrm>
            <a:off x="533400" y="3429000"/>
            <a:ext cx="3810000" cy="2209800"/>
            <a:chOff x="336" y="2544"/>
            <a:chExt cx="2400" cy="1392"/>
          </a:xfrm>
        </p:grpSpPr>
        <p:grpSp>
          <p:nvGrpSpPr>
            <p:cNvPr id="165891" name="Group 3">
              <a:extLst>
                <a:ext uri="{FF2B5EF4-FFF2-40B4-BE49-F238E27FC236}">
                  <a16:creationId xmlns:a16="http://schemas.microsoft.com/office/drawing/2014/main" id="{10B17207-EF7C-7A4A-8820-6BEF93FDE777}"/>
                </a:ext>
              </a:extLst>
            </p:cNvPr>
            <p:cNvGrpSpPr>
              <a:grpSpLocks/>
            </p:cNvGrpSpPr>
            <p:nvPr/>
          </p:nvGrpSpPr>
          <p:grpSpPr bwMode="auto">
            <a:xfrm>
              <a:off x="336" y="2544"/>
              <a:ext cx="2400" cy="1392"/>
              <a:chOff x="384" y="634"/>
              <a:chExt cx="5136" cy="2774"/>
            </a:xfrm>
          </p:grpSpPr>
          <p:pic>
            <p:nvPicPr>
              <p:cNvPr id="165892" name="Picture 4">
                <a:extLst>
                  <a:ext uri="{FF2B5EF4-FFF2-40B4-BE49-F238E27FC236}">
                    <a16:creationId xmlns:a16="http://schemas.microsoft.com/office/drawing/2014/main" id="{7F739414-F555-1949-BDA1-A5DD3E7E73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7656" t="13293" b="49663"/>
              <a:stretch>
                <a:fillRect/>
              </a:stretch>
            </p:blipFill>
            <p:spPr bwMode="auto">
              <a:xfrm>
                <a:off x="384" y="634"/>
                <a:ext cx="5136" cy="26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5893" name="Picture 5">
                <a:extLst>
                  <a:ext uri="{FF2B5EF4-FFF2-40B4-BE49-F238E27FC236}">
                    <a16:creationId xmlns:a16="http://schemas.microsoft.com/office/drawing/2014/main" id="{912E4EDA-AF64-844C-9B33-F377B8B56D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7656" t="54529" b="44795"/>
              <a:stretch>
                <a:fillRect/>
              </a:stretch>
            </p:blipFill>
            <p:spPr bwMode="auto">
              <a:xfrm>
                <a:off x="384" y="3264"/>
                <a:ext cx="5136" cy="14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5894" name="Picture 6">
                <a:extLst>
                  <a:ext uri="{FF2B5EF4-FFF2-40B4-BE49-F238E27FC236}">
                    <a16:creationId xmlns:a16="http://schemas.microsoft.com/office/drawing/2014/main" id="{3835B0C4-5068-5644-B307-0DA050A39A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80432" t="30867" r="16632" b="63049"/>
              <a:stretch>
                <a:fillRect/>
              </a:stretch>
            </p:blipFill>
            <p:spPr bwMode="auto">
              <a:xfrm>
                <a:off x="864" y="2064"/>
                <a:ext cx="384" cy="57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5895" name="Picture 7">
                <a:extLst>
                  <a:ext uri="{FF2B5EF4-FFF2-40B4-BE49-F238E27FC236}">
                    <a16:creationId xmlns:a16="http://schemas.microsoft.com/office/drawing/2014/main" id="{3F0D097B-B8BD-614E-8266-26048DBB82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80432" t="35176" r="16632" b="63049"/>
              <a:stretch>
                <a:fillRect/>
              </a:stretch>
            </p:blipFill>
            <p:spPr bwMode="auto">
              <a:xfrm>
                <a:off x="1344" y="2064"/>
                <a:ext cx="1056" cy="33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5896" name="Rectangle 8">
                <a:extLst>
                  <a:ext uri="{FF2B5EF4-FFF2-40B4-BE49-F238E27FC236}">
                    <a16:creationId xmlns:a16="http://schemas.microsoft.com/office/drawing/2014/main" id="{6D67EFA9-D43E-3C4C-87BD-1DD5C5FB8AB6}"/>
                  </a:ext>
                </a:extLst>
              </p:cNvPr>
              <p:cNvSpPr>
                <a:spLocks noChangeArrowheads="1"/>
              </p:cNvSpPr>
              <p:nvPr/>
            </p:nvSpPr>
            <p:spPr bwMode="auto">
              <a:xfrm>
                <a:off x="2400" y="1296"/>
                <a:ext cx="768" cy="38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sp>
          <p:nvSpPr>
            <p:cNvPr id="165924" name="AutoShape 36">
              <a:extLst>
                <a:ext uri="{FF2B5EF4-FFF2-40B4-BE49-F238E27FC236}">
                  <a16:creationId xmlns:a16="http://schemas.microsoft.com/office/drawing/2014/main" id="{99E158F4-3FB6-0544-98C1-2EDC38FFE172}"/>
                </a:ext>
              </a:extLst>
            </p:cNvPr>
            <p:cNvSpPr>
              <a:spLocks noChangeArrowheads="1"/>
            </p:cNvSpPr>
            <p:nvPr/>
          </p:nvSpPr>
          <p:spPr bwMode="auto">
            <a:xfrm>
              <a:off x="1920" y="2688"/>
              <a:ext cx="672" cy="28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en-US" sz="1400" b="1">
                  <a:solidFill>
                    <a:srgbClr val="800000"/>
                  </a:solidFill>
                  <a:cs typeface="Times New Roman (Hebrew)" panose="02020603050405020304" pitchFamily="18" charset="0"/>
                </a:rPr>
                <a:t>Pong</a:t>
              </a:r>
            </a:p>
          </p:txBody>
        </p:sp>
      </p:grpSp>
      <p:grpSp>
        <p:nvGrpSpPr>
          <p:cNvPr id="165931" name="Group 43">
            <a:extLst>
              <a:ext uri="{FF2B5EF4-FFF2-40B4-BE49-F238E27FC236}">
                <a16:creationId xmlns:a16="http://schemas.microsoft.com/office/drawing/2014/main" id="{96F21B90-CB98-9048-8B67-223DBA1FD840}"/>
              </a:ext>
            </a:extLst>
          </p:cNvPr>
          <p:cNvGrpSpPr>
            <a:grpSpLocks/>
          </p:cNvGrpSpPr>
          <p:nvPr/>
        </p:nvGrpSpPr>
        <p:grpSpPr bwMode="auto">
          <a:xfrm>
            <a:off x="4800600" y="3429000"/>
            <a:ext cx="3810000" cy="2209800"/>
            <a:chOff x="3024" y="2544"/>
            <a:chExt cx="2400" cy="1392"/>
          </a:xfrm>
        </p:grpSpPr>
        <p:grpSp>
          <p:nvGrpSpPr>
            <p:cNvPr id="165907" name="Group 19">
              <a:extLst>
                <a:ext uri="{FF2B5EF4-FFF2-40B4-BE49-F238E27FC236}">
                  <a16:creationId xmlns:a16="http://schemas.microsoft.com/office/drawing/2014/main" id="{D78A1701-6739-614B-8FAC-9196EA924635}"/>
                </a:ext>
              </a:extLst>
            </p:cNvPr>
            <p:cNvGrpSpPr>
              <a:grpSpLocks/>
            </p:cNvGrpSpPr>
            <p:nvPr/>
          </p:nvGrpSpPr>
          <p:grpSpPr bwMode="auto">
            <a:xfrm>
              <a:off x="3024" y="2544"/>
              <a:ext cx="2400" cy="1392"/>
              <a:chOff x="384" y="576"/>
              <a:chExt cx="5136" cy="2736"/>
            </a:xfrm>
          </p:grpSpPr>
          <p:pic>
            <p:nvPicPr>
              <p:cNvPr id="165908" name="Picture 20">
                <a:extLst>
                  <a:ext uri="{FF2B5EF4-FFF2-40B4-BE49-F238E27FC236}">
                    <a16:creationId xmlns:a16="http://schemas.microsoft.com/office/drawing/2014/main" id="{B9955098-7682-ED4F-A6BE-45814EB5CE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47656" t="12889" b="51041"/>
              <a:stretch>
                <a:fillRect/>
              </a:stretch>
            </p:blipFill>
            <p:spPr bwMode="auto">
              <a:xfrm>
                <a:off x="384" y="576"/>
                <a:ext cx="5136" cy="265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65909" name="Picture 21">
                <a:extLst>
                  <a:ext uri="{FF2B5EF4-FFF2-40B4-BE49-F238E27FC236}">
                    <a16:creationId xmlns:a16="http://schemas.microsoft.com/office/drawing/2014/main" id="{9ED20765-072E-9349-8A03-A9B72277C9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7656" t="54529" b="44795"/>
              <a:stretch>
                <a:fillRect/>
              </a:stretch>
            </p:blipFill>
            <p:spPr bwMode="auto">
              <a:xfrm>
                <a:off x="384" y="3168"/>
                <a:ext cx="5136" cy="14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65925" name="AutoShape 37">
              <a:extLst>
                <a:ext uri="{FF2B5EF4-FFF2-40B4-BE49-F238E27FC236}">
                  <a16:creationId xmlns:a16="http://schemas.microsoft.com/office/drawing/2014/main" id="{7E5A9B4C-7FC1-2145-B8B5-6E49B670BE97}"/>
                </a:ext>
              </a:extLst>
            </p:cNvPr>
            <p:cNvSpPr>
              <a:spLocks noChangeArrowheads="1"/>
            </p:cNvSpPr>
            <p:nvPr/>
          </p:nvSpPr>
          <p:spPr bwMode="auto">
            <a:xfrm>
              <a:off x="4608" y="2688"/>
              <a:ext cx="672" cy="288"/>
            </a:xfrm>
            <a:prstGeom prst="roundRect">
              <a:avLst>
                <a:gd name="adj" fmla="val 16667"/>
              </a:avLst>
            </a:prstGeom>
            <a:solidFill>
              <a:srgbClr val="FFDDC3"/>
            </a:solidFill>
            <a:ln w="19050">
              <a:solidFill>
                <a:srgbClr val="BD520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0" hangingPunct="0"/>
              <a:r>
                <a:rPr lang="en-US" altLang="en-US" sz="1400" b="1">
                  <a:solidFill>
                    <a:srgbClr val="800000"/>
                  </a:solidFill>
                  <a:cs typeface="Times New Roman (Hebrew)" panose="02020603050405020304" pitchFamily="18" charset="0"/>
                </a:rPr>
                <a:t>Grades Stats</a:t>
              </a:r>
            </a:p>
          </p:txBody>
        </p:sp>
      </p:grpSp>
      <p:sp>
        <p:nvSpPr>
          <p:cNvPr id="165926" name="Rectangle 38">
            <a:extLst>
              <a:ext uri="{FF2B5EF4-FFF2-40B4-BE49-F238E27FC236}">
                <a16:creationId xmlns:a16="http://schemas.microsoft.com/office/drawing/2014/main" id="{638DA249-2112-A741-B7D4-DAC52DF66132}"/>
              </a:ext>
            </a:extLst>
          </p:cNvPr>
          <p:cNvSpPr>
            <a:spLocks noChangeArrowheads="1"/>
          </p:cNvSpPr>
          <p:nvPr/>
        </p:nvSpPr>
        <p:spPr bwMode="auto">
          <a:xfrm>
            <a:off x="304800" y="685800"/>
            <a:ext cx="5334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342900" indent="-342900"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600" u="sng">
                <a:latin typeface="Arial" panose="020B0604020202020204" pitchFamily="34" charset="0"/>
              </a:rPr>
              <a:t>Sample applications running on the Hack computer:</a:t>
            </a:r>
          </a:p>
        </p:txBody>
      </p:sp>
      <p:sp>
        <p:nvSpPr>
          <p:cNvPr id="165932" name="Rectangle 44">
            <a:extLst>
              <a:ext uri="{FF2B5EF4-FFF2-40B4-BE49-F238E27FC236}">
                <a16:creationId xmlns:a16="http://schemas.microsoft.com/office/drawing/2014/main" id="{BA6C6DBB-6BE4-7B46-A841-9704336D98FA}"/>
              </a:ext>
            </a:extLst>
          </p:cNvPr>
          <p:cNvSpPr>
            <a:spLocks noChangeArrowheads="1"/>
          </p:cNvSpPr>
          <p:nvPr/>
        </p:nvSpPr>
        <p:spPr bwMode="auto">
          <a:xfrm>
            <a:off x="457200" y="5715000"/>
            <a:ext cx="830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95250" indent="1588"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862013"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28111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70021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11931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76513"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3033713"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90913"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948113"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600">
                <a:latin typeface="Arial" panose="020B0604020202020204" pitchFamily="34" charset="0"/>
              </a:rPr>
              <a:t>These programs (and many more) were written in the Jack programming language, running in the Jack OS environment over the Hack hardware platform.  The hardware platform is built in chapters 1-5, and the software hierarchy in chapters 6-12.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5929"/>
                                        </p:tgtEl>
                                        <p:attrNameLst>
                                          <p:attrName>style.visibility</p:attrName>
                                        </p:attrNameLst>
                                      </p:cBhvr>
                                      <p:to>
                                        <p:strVal val="visible"/>
                                      </p:to>
                                    </p:set>
                                    <p:animEffect transition="in" filter="dissolve">
                                      <p:cBhvr>
                                        <p:cTn id="7" dur="500"/>
                                        <p:tgtEl>
                                          <p:spTgt spid="1659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5928"/>
                                        </p:tgtEl>
                                        <p:attrNameLst>
                                          <p:attrName>style.visibility</p:attrName>
                                        </p:attrNameLst>
                                      </p:cBhvr>
                                      <p:to>
                                        <p:strVal val="visible"/>
                                      </p:to>
                                    </p:set>
                                    <p:animEffect transition="in" filter="dissolve">
                                      <p:cBhvr>
                                        <p:cTn id="12" dur="500"/>
                                        <p:tgtEl>
                                          <p:spTgt spid="1659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65930"/>
                                        </p:tgtEl>
                                        <p:attrNameLst>
                                          <p:attrName>style.visibility</p:attrName>
                                        </p:attrNameLst>
                                      </p:cBhvr>
                                      <p:to>
                                        <p:strVal val="visible"/>
                                      </p:to>
                                    </p:set>
                                    <p:animEffect transition="in" filter="dissolve">
                                      <p:cBhvr>
                                        <p:cTn id="17" dur="500"/>
                                        <p:tgtEl>
                                          <p:spTgt spid="16593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65931"/>
                                        </p:tgtEl>
                                        <p:attrNameLst>
                                          <p:attrName>style.visibility</p:attrName>
                                        </p:attrNameLst>
                                      </p:cBhvr>
                                      <p:to>
                                        <p:strVal val="visible"/>
                                      </p:to>
                                    </p:set>
                                    <p:animEffect transition="in" filter="dissolve">
                                      <p:cBhvr>
                                        <p:cTn id="22" dur="500"/>
                                        <p:tgtEl>
                                          <p:spTgt spid="1659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659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32"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81002B83-536A-3749-A9CE-C7C788AC994A}"/>
              </a:ext>
            </a:extLst>
          </p:cNvPr>
          <p:cNvSpPr>
            <a:spLocks noGrp="1" noChangeArrowheads="1"/>
          </p:cNvSpPr>
          <p:nvPr>
            <p:ph type="title"/>
          </p:nvPr>
        </p:nvSpPr>
        <p:spPr/>
        <p:txBody>
          <a:bodyPr/>
          <a:lstStyle/>
          <a:p>
            <a:r>
              <a:rPr lang="en-US" altLang="en-US"/>
              <a:t>The Hack Chip-Set and Hardware Platform</a:t>
            </a:r>
          </a:p>
        </p:txBody>
      </p:sp>
      <p:sp>
        <p:nvSpPr>
          <p:cNvPr id="163843" name="Rectangle 3">
            <a:extLst>
              <a:ext uri="{FF2B5EF4-FFF2-40B4-BE49-F238E27FC236}">
                <a16:creationId xmlns:a16="http://schemas.microsoft.com/office/drawing/2014/main" id="{D14A8CB8-6054-6741-A870-F5DB817BC441}"/>
              </a:ext>
            </a:extLst>
          </p:cNvPr>
          <p:cNvSpPr>
            <a:spLocks noGrp="1" noChangeArrowheads="1"/>
          </p:cNvSpPr>
          <p:nvPr>
            <p:ph type="body" idx="1"/>
          </p:nvPr>
        </p:nvSpPr>
        <p:spPr>
          <a:xfrm>
            <a:off x="152400" y="762000"/>
            <a:ext cx="2667000" cy="4495800"/>
          </a:xfrm>
        </p:spPr>
        <p:txBody>
          <a:bodyPr/>
          <a:lstStyle/>
          <a:p>
            <a:pPr marL="193675" indent="-193675">
              <a:lnSpc>
                <a:spcPct val="90000"/>
              </a:lnSpc>
              <a:buFont typeface="Wingdings" pitchFamily="2" charset="2"/>
              <a:buNone/>
            </a:pPr>
            <a:r>
              <a:rPr lang="en-US" altLang="en-US" sz="1400" b="1" u="sng"/>
              <a:t>Elementary logic gates</a:t>
            </a:r>
          </a:p>
          <a:p>
            <a:pPr marL="193675" indent="-193675">
              <a:lnSpc>
                <a:spcPct val="90000"/>
              </a:lnSpc>
              <a:buFont typeface="Wingdings" pitchFamily="2" charset="2"/>
              <a:buNone/>
            </a:pPr>
            <a:r>
              <a:rPr lang="en-US" altLang="en-US" sz="1400">
                <a:latin typeface="Times New Roman" panose="02020603050405020304" pitchFamily="18" charset="0"/>
                <a:cs typeface="Times New Roman" panose="02020603050405020304" pitchFamily="18" charset="0"/>
              </a:rPr>
              <a:t>(</a:t>
            </a:r>
            <a:r>
              <a:rPr lang="en-US" altLang="en-US" sz="1400" b="1">
                <a:solidFill>
                  <a:srgbClr val="00007A"/>
                </a:solidFill>
                <a:latin typeface="Times New Roman" panose="02020603050405020304" pitchFamily="18" charset="0"/>
                <a:cs typeface="Times New Roman" panose="02020603050405020304" pitchFamily="18" charset="0"/>
              </a:rPr>
              <a:t>Project 1</a:t>
            </a:r>
            <a:r>
              <a:rPr lang="en-US" altLang="en-US" sz="1400">
                <a:latin typeface="Times New Roman" panose="02020603050405020304" pitchFamily="18" charset="0"/>
                <a:cs typeface="Times New Roman" panose="02020603050405020304" pitchFamily="18" charset="0"/>
              </a:rPr>
              <a:t>):</a:t>
            </a:r>
          </a:p>
          <a:p>
            <a:pPr marL="193675" indent="-193675">
              <a:lnSpc>
                <a:spcPct val="90000"/>
              </a:lnSpc>
            </a:pPr>
            <a:r>
              <a:rPr lang="en-US" altLang="en-US" sz="1400" b="1">
                <a:latin typeface="Courier New" panose="02070309020205020404" pitchFamily="49" charset="0"/>
                <a:cs typeface="Courier New" panose="02070309020205020404" pitchFamily="49" charset="0"/>
              </a:rPr>
              <a:t>Nand</a:t>
            </a:r>
            <a:r>
              <a:rPr lang="en-US" altLang="en-US" sz="1400">
                <a:latin typeface="Courier New" panose="02070309020205020404" pitchFamily="49" charset="0"/>
                <a:cs typeface="Courier New" panose="02070309020205020404" pitchFamily="49" charset="0"/>
              </a:rPr>
              <a:t> </a:t>
            </a:r>
            <a:r>
              <a:rPr lang="en-US" altLang="en-US" sz="1200">
                <a:latin typeface="Times New Roman" panose="02020603050405020304" pitchFamily="18" charset="0"/>
                <a:cs typeface="Times New Roman" panose="02020603050405020304" pitchFamily="18" charset="0"/>
              </a:rPr>
              <a:t>(primitive)</a:t>
            </a:r>
          </a:p>
          <a:p>
            <a:pPr marL="193675" indent="-193675">
              <a:lnSpc>
                <a:spcPct val="90000"/>
              </a:lnSpc>
            </a:pPr>
            <a:r>
              <a:rPr lang="en-US" altLang="en-US" sz="1400" b="1">
                <a:latin typeface="Courier New" panose="02070309020205020404" pitchFamily="49" charset="0"/>
                <a:cs typeface="Courier New" panose="02070309020205020404" pitchFamily="49" charset="0"/>
              </a:rPr>
              <a:t>Not</a:t>
            </a:r>
          </a:p>
          <a:p>
            <a:pPr marL="193675" indent="-193675">
              <a:lnSpc>
                <a:spcPct val="90000"/>
              </a:lnSpc>
            </a:pPr>
            <a:r>
              <a:rPr lang="en-US" altLang="en-US" sz="1400" b="1">
                <a:latin typeface="Courier New" panose="02070309020205020404" pitchFamily="49" charset="0"/>
                <a:cs typeface="Courier New" panose="02070309020205020404" pitchFamily="49" charset="0"/>
              </a:rPr>
              <a:t>And</a:t>
            </a:r>
          </a:p>
          <a:p>
            <a:pPr marL="193675" indent="-193675">
              <a:lnSpc>
                <a:spcPct val="90000"/>
              </a:lnSpc>
            </a:pPr>
            <a:r>
              <a:rPr lang="en-US" altLang="en-US" sz="1400" b="1">
                <a:latin typeface="Courier New" panose="02070309020205020404" pitchFamily="49" charset="0"/>
                <a:cs typeface="Courier New" panose="02070309020205020404" pitchFamily="49" charset="0"/>
              </a:rPr>
              <a:t>Or</a:t>
            </a:r>
          </a:p>
          <a:p>
            <a:pPr marL="193675" indent="-193675">
              <a:lnSpc>
                <a:spcPct val="90000"/>
              </a:lnSpc>
            </a:pPr>
            <a:r>
              <a:rPr lang="en-US" altLang="en-US" sz="1400" b="1">
                <a:latin typeface="Courier New" panose="02070309020205020404" pitchFamily="49" charset="0"/>
                <a:cs typeface="Courier New" panose="02070309020205020404" pitchFamily="49" charset="0"/>
              </a:rPr>
              <a:t>Xor</a:t>
            </a:r>
          </a:p>
          <a:p>
            <a:pPr marL="193675" indent="-193675">
              <a:lnSpc>
                <a:spcPct val="90000"/>
              </a:lnSpc>
            </a:pPr>
            <a:r>
              <a:rPr lang="en-US" altLang="en-US" sz="1400" b="1">
                <a:latin typeface="Courier New" panose="02070309020205020404" pitchFamily="49" charset="0"/>
                <a:cs typeface="Courier New" panose="02070309020205020404" pitchFamily="49" charset="0"/>
              </a:rPr>
              <a:t>Mux</a:t>
            </a:r>
          </a:p>
          <a:p>
            <a:pPr marL="193675" indent="-193675">
              <a:lnSpc>
                <a:spcPct val="90000"/>
              </a:lnSpc>
            </a:pPr>
            <a:r>
              <a:rPr lang="en-US" altLang="en-US" sz="1400" b="1">
                <a:latin typeface="Courier New" panose="02070309020205020404" pitchFamily="49" charset="0"/>
                <a:cs typeface="Courier New" panose="02070309020205020404" pitchFamily="49" charset="0"/>
              </a:rPr>
              <a:t>Dmux</a:t>
            </a:r>
          </a:p>
          <a:p>
            <a:pPr marL="193675" indent="-193675">
              <a:lnSpc>
                <a:spcPct val="90000"/>
              </a:lnSpc>
            </a:pPr>
            <a:r>
              <a:rPr lang="en-US" altLang="en-US" sz="1400" b="1">
                <a:latin typeface="Courier New" panose="02070309020205020404" pitchFamily="49" charset="0"/>
                <a:cs typeface="Courier New" panose="02070309020205020404" pitchFamily="49" charset="0"/>
              </a:rPr>
              <a:t>Not16</a:t>
            </a:r>
          </a:p>
          <a:p>
            <a:pPr marL="193675" indent="-193675">
              <a:lnSpc>
                <a:spcPct val="90000"/>
              </a:lnSpc>
            </a:pPr>
            <a:r>
              <a:rPr lang="en-US" altLang="en-US" sz="1400" b="1">
                <a:latin typeface="Courier New" panose="02070309020205020404" pitchFamily="49" charset="0"/>
                <a:cs typeface="Courier New" panose="02070309020205020404" pitchFamily="49" charset="0"/>
              </a:rPr>
              <a:t>And16 </a:t>
            </a:r>
          </a:p>
          <a:p>
            <a:pPr marL="193675" indent="-193675">
              <a:lnSpc>
                <a:spcPct val="90000"/>
              </a:lnSpc>
            </a:pPr>
            <a:r>
              <a:rPr lang="en-US" altLang="en-US" sz="1400" b="1">
                <a:latin typeface="Courier New" panose="02070309020205020404" pitchFamily="49" charset="0"/>
                <a:cs typeface="Courier New" panose="02070309020205020404" pitchFamily="49" charset="0"/>
              </a:rPr>
              <a:t>Or16</a:t>
            </a:r>
          </a:p>
          <a:p>
            <a:pPr marL="193675" indent="-193675">
              <a:lnSpc>
                <a:spcPct val="90000"/>
              </a:lnSpc>
            </a:pPr>
            <a:r>
              <a:rPr lang="en-US" altLang="en-US" sz="1400" b="1">
                <a:latin typeface="Courier New" panose="02070309020205020404" pitchFamily="49" charset="0"/>
                <a:cs typeface="Courier New" panose="02070309020205020404" pitchFamily="49" charset="0"/>
              </a:rPr>
              <a:t>Mux16</a:t>
            </a:r>
          </a:p>
          <a:p>
            <a:pPr marL="193675" indent="-193675">
              <a:lnSpc>
                <a:spcPct val="90000"/>
              </a:lnSpc>
            </a:pPr>
            <a:r>
              <a:rPr lang="en-US" altLang="en-US" sz="1400" b="1">
                <a:latin typeface="Courier New" panose="02070309020205020404" pitchFamily="49" charset="0"/>
                <a:cs typeface="Courier New" panose="02070309020205020404" pitchFamily="49" charset="0"/>
              </a:rPr>
              <a:t>Or8Way</a:t>
            </a:r>
          </a:p>
          <a:p>
            <a:pPr marL="193675" indent="-193675">
              <a:lnSpc>
                <a:spcPct val="90000"/>
              </a:lnSpc>
            </a:pPr>
            <a:r>
              <a:rPr lang="en-US" altLang="en-US" sz="1400" b="1">
                <a:latin typeface="Courier New" panose="02070309020205020404" pitchFamily="49" charset="0"/>
                <a:cs typeface="Courier New" panose="02070309020205020404" pitchFamily="49" charset="0"/>
              </a:rPr>
              <a:t>Mux4Way16</a:t>
            </a:r>
          </a:p>
          <a:p>
            <a:pPr marL="193675" indent="-193675">
              <a:lnSpc>
                <a:spcPct val="90000"/>
              </a:lnSpc>
            </a:pPr>
            <a:r>
              <a:rPr lang="en-US" altLang="en-US" sz="1400" b="1">
                <a:latin typeface="Courier New" panose="02070309020205020404" pitchFamily="49" charset="0"/>
                <a:cs typeface="Courier New" panose="02070309020205020404" pitchFamily="49" charset="0"/>
              </a:rPr>
              <a:t>Mux8Way16</a:t>
            </a:r>
          </a:p>
          <a:p>
            <a:pPr marL="193675" indent="-193675">
              <a:lnSpc>
                <a:spcPct val="90000"/>
              </a:lnSpc>
            </a:pPr>
            <a:r>
              <a:rPr lang="en-US" altLang="en-US" sz="1400" b="1">
                <a:latin typeface="Courier New" panose="02070309020205020404" pitchFamily="49" charset="0"/>
                <a:cs typeface="Courier New" panose="02070309020205020404" pitchFamily="49" charset="0"/>
              </a:rPr>
              <a:t>DMux4Way</a:t>
            </a:r>
          </a:p>
          <a:p>
            <a:pPr marL="193675" indent="-193675">
              <a:lnSpc>
                <a:spcPct val="90000"/>
              </a:lnSpc>
            </a:pPr>
            <a:r>
              <a:rPr lang="en-US" altLang="en-US" sz="1400" b="1">
                <a:latin typeface="Courier New" panose="02070309020205020404" pitchFamily="49" charset="0"/>
                <a:cs typeface="Courier New" panose="02070309020205020404" pitchFamily="49" charset="0"/>
              </a:rPr>
              <a:t>DMux8Way</a:t>
            </a:r>
          </a:p>
        </p:txBody>
      </p:sp>
      <p:sp>
        <p:nvSpPr>
          <p:cNvPr id="163844" name="Rectangle 4">
            <a:extLst>
              <a:ext uri="{FF2B5EF4-FFF2-40B4-BE49-F238E27FC236}">
                <a16:creationId xmlns:a16="http://schemas.microsoft.com/office/drawing/2014/main" id="{2356CF94-21BF-DE42-B9D3-2CE5E48319CB}"/>
              </a:ext>
            </a:extLst>
          </p:cNvPr>
          <p:cNvSpPr>
            <a:spLocks noChangeArrowheads="1"/>
          </p:cNvSpPr>
          <p:nvPr/>
        </p:nvSpPr>
        <p:spPr bwMode="auto">
          <a:xfrm>
            <a:off x="2667000" y="762000"/>
            <a:ext cx="21336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193675" indent="-193675"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42950"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430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02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400" b="1" u="sng">
                <a:latin typeface="Arial" panose="020B0604020202020204" pitchFamily="34" charset="0"/>
              </a:rPr>
              <a:t>Combinational chips</a:t>
            </a:r>
          </a:p>
          <a:p>
            <a:pPr algn="l" rtl="0">
              <a:spcBef>
                <a:spcPct val="40000"/>
              </a:spcBef>
              <a:buClr>
                <a:srgbClr val="006600"/>
              </a:buClr>
              <a:buSzPct val="110000"/>
              <a:buFont typeface="Wingdings" pitchFamily="2" charset="2"/>
              <a:buNone/>
            </a:pPr>
            <a:r>
              <a:rPr lang="en-US" altLang="en-US" sz="1400">
                <a:cs typeface="Times New Roman" panose="02020603050405020304" pitchFamily="18" charset="0"/>
              </a:rPr>
              <a:t>(</a:t>
            </a:r>
            <a:r>
              <a:rPr lang="en-US" altLang="en-US" sz="1400" b="1">
                <a:solidFill>
                  <a:srgbClr val="00007A"/>
                </a:solidFill>
                <a:cs typeface="Times New Roman" panose="02020603050405020304" pitchFamily="18" charset="0"/>
              </a:rPr>
              <a:t>Project 2</a:t>
            </a:r>
            <a:r>
              <a:rPr lang="en-US" altLang="en-US" sz="1400">
                <a:cs typeface="Times New Roman" panose="02020603050405020304" pitchFamily="18" charset="0"/>
              </a:rPr>
              <a:t>):</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HalfAdder</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FullAdder</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Add16</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Inc16</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ALU</a:t>
            </a:r>
          </a:p>
        </p:txBody>
      </p:sp>
      <p:sp>
        <p:nvSpPr>
          <p:cNvPr id="163845" name="Rectangle 5">
            <a:extLst>
              <a:ext uri="{FF2B5EF4-FFF2-40B4-BE49-F238E27FC236}">
                <a16:creationId xmlns:a16="http://schemas.microsoft.com/office/drawing/2014/main" id="{80C331A9-3297-C141-83D9-9899B72C694F}"/>
              </a:ext>
            </a:extLst>
          </p:cNvPr>
          <p:cNvSpPr>
            <a:spLocks noChangeArrowheads="1"/>
          </p:cNvSpPr>
          <p:nvPr/>
        </p:nvSpPr>
        <p:spPr bwMode="auto">
          <a:xfrm>
            <a:off x="4572000" y="762000"/>
            <a:ext cx="2438400"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193675" indent="-193675"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66763"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858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49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400" b="1" u="sng">
                <a:latin typeface="Arial" panose="020B0604020202020204" pitchFamily="34" charset="0"/>
              </a:rPr>
              <a:t>Sequential chips</a:t>
            </a:r>
          </a:p>
          <a:p>
            <a:pPr algn="l" rtl="0">
              <a:spcBef>
                <a:spcPct val="40000"/>
              </a:spcBef>
              <a:buClr>
                <a:srgbClr val="006600"/>
              </a:buClr>
              <a:buSzPct val="110000"/>
              <a:buFont typeface="Wingdings" pitchFamily="2" charset="2"/>
              <a:buNone/>
            </a:pPr>
            <a:r>
              <a:rPr lang="en-US" altLang="en-US" sz="1400">
                <a:cs typeface="Times New Roman" panose="02020603050405020304" pitchFamily="18" charset="0"/>
              </a:rPr>
              <a:t>(</a:t>
            </a:r>
            <a:r>
              <a:rPr lang="en-US" altLang="en-US" sz="1400" b="1">
                <a:solidFill>
                  <a:srgbClr val="00007A"/>
                </a:solidFill>
                <a:cs typeface="Times New Roman" panose="02020603050405020304" pitchFamily="18" charset="0"/>
              </a:rPr>
              <a:t>Project 3</a:t>
            </a:r>
            <a:r>
              <a:rPr lang="en-US" altLang="en-US" sz="1400">
                <a:cs typeface="Times New Roman" panose="02020603050405020304" pitchFamily="18" charset="0"/>
              </a:rPr>
              <a:t>)</a:t>
            </a:r>
            <a:r>
              <a:rPr lang="en-US" altLang="en-US" sz="1400">
                <a:latin typeface="Arial" panose="020B0604020202020204" pitchFamily="34" charset="0"/>
              </a:rPr>
              <a:t>:</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DFF</a:t>
            </a:r>
            <a:r>
              <a:rPr lang="en-US" altLang="en-US" sz="1400">
                <a:latin typeface="Courier New" panose="02070309020205020404" pitchFamily="49" charset="0"/>
                <a:cs typeface="Courier New" panose="02070309020205020404" pitchFamily="49" charset="0"/>
              </a:rPr>
              <a:t> </a:t>
            </a:r>
            <a:r>
              <a:rPr lang="en-US" altLang="en-US" sz="1200">
                <a:cs typeface="Times New Roman" panose="02020603050405020304" pitchFamily="18" charset="0"/>
              </a:rPr>
              <a:t>(primitive)</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Bit</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Register</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RAM8</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RAM64</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RAM512</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RAM4K</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RAM16K</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PC</a:t>
            </a:r>
            <a:endParaRPr lang="en-US" altLang="en-US" sz="1200" b="1">
              <a:latin typeface="Courier New" panose="02070309020205020404" pitchFamily="49" charset="0"/>
              <a:cs typeface="Courier New" panose="02070309020205020404" pitchFamily="49" charset="0"/>
            </a:endParaRPr>
          </a:p>
          <a:p>
            <a:pPr algn="l" rtl="0">
              <a:spcBef>
                <a:spcPct val="20000"/>
              </a:spcBef>
              <a:buClr>
                <a:srgbClr val="006600"/>
              </a:buClr>
              <a:buSzPct val="110000"/>
              <a:buFont typeface="Wingdings" pitchFamily="2" charset="2"/>
              <a:buChar char="§"/>
            </a:pPr>
            <a:endParaRPr lang="en-US" altLang="en-US" sz="1400" b="1">
              <a:latin typeface="Courier New" panose="02070309020205020404" pitchFamily="49" charset="0"/>
              <a:cs typeface="Courier New" panose="02070309020205020404" pitchFamily="49" charset="0"/>
            </a:endParaRPr>
          </a:p>
        </p:txBody>
      </p:sp>
      <p:sp>
        <p:nvSpPr>
          <p:cNvPr id="163846" name="Rectangle 6">
            <a:extLst>
              <a:ext uri="{FF2B5EF4-FFF2-40B4-BE49-F238E27FC236}">
                <a16:creationId xmlns:a16="http://schemas.microsoft.com/office/drawing/2014/main" id="{DFA0EB12-23DB-B049-B091-CA26BEF881B8}"/>
              </a:ext>
            </a:extLst>
          </p:cNvPr>
          <p:cNvSpPr>
            <a:spLocks noChangeArrowheads="1"/>
          </p:cNvSpPr>
          <p:nvPr/>
        </p:nvSpPr>
        <p:spPr bwMode="auto">
          <a:xfrm>
            <a:off x="6553200" y="762000"/>
            <a:ext cx="26670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anchorCtr="1"/>
          <a:lstStyle>
            <a:lvl1pPr marL="193675" indent="-193675" algn="r" rtl="1">
              <a:tabLst>
                <a:tab pos="0" algn="l"/>
              </a:tabLst>
              <a:defRPr sz="2400">
                <a:solidFill>
                  <a:schemeClr val="tx1"/>
                </a:solidFill>
                <a:latin typeface="Times New Roman" panose="02020603050405020304" pitchFamily="18" charset="0"/>
                <a:cs typeface="Times New Roman (Hebrew)" panose="02020603050405020304" pitchFamily="18" charset="0"/>
              </a:defRPr>
            </a:lvl1pPr>
            <a:lvl2pPr marL="766763" indent="-285750" algn="r" rtl="1">
              <a:tabLst>
                <a:tab pos="0" algn="l"/>
              </a:tabLst>
              <a:defRPr sz="2400">
                <a:solidFill>
                  <a:schemeClr val="tx1"/>
                </a:solidFill>
                <a:latin typeface="Times New Roman" panose="02020603050405020304" pitchFamily="18" charset="0"/>
                <a:cs typeface="Times New Roman (Hebrew)" panose="02020603050405020304" pitchFamily="18" charset="0"/>
              </a:defRPr>
            </a:lvl2pPr>
            <a:lvl3pPr marL="11858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3pPr>
            <a:lvl4pPr marL="1604963"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4pPr>
            <a:lvl5pPr marL="2057400" indent="-228600" algn="r" rtl="1">
              <a:tabLst>
                <a:tab pos="0" algn="l"/>
              </a:tabLst>
              <a:defRPr sz="2400">
                <a:solidFill>
                  <a:schemeClr val="tx1"/>
                </a:solidFill>
                <a:latin typeface="Times New Roman" panose="02020603050405020304" pitchFamily="18" charset="0"/>
                <a:cs typeface="Times New Roman (Hebrew)" panose="02020603050405020304" pitchFamily="18" charset="0"/>
              </a:defRPr>
            </a:lvl5pPr>
            <a:lvl6pPr marL="25146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6pPr>
            <a:lvl7pPr marL="29718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7pPr>
            <a:lvl8pPr marL="34290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8pPr>
            <a:lvl9pPr marL="3886200" indent="-228600" algn="r" rtl="1" fontAlgn="base">
              <a:spcBef>
                <a:spcPct val="0"/>
              </a:spcBef>
              <a:spcAft>
                <a:spcPct val="0"/>
              </a:spcAft>
              <a:tabLst>
                <a:tab pos="0"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spcBef>
                <a:spcPct val="40000"/>
              </a:spcBef>
              <a:buClr>
                <a:srgbClr val="006600"/>
              </a:buClr>
              <a:buSzPct val="110000"/>
              <a:buFont typeface="Wingdings" pitchFamily="2" charset="2"/>
              <a:buNone/>
            </a:pPr>
            <a:r>
              <a:rPr lang="en-US" altLang="en-US" sz="1400" b="1" u="sng">
                <a:latin typeface="Arial" panose="020B0604020202020204" pitchFamily="34" charset="0"/>
              </a:rPr>
              <a:t>Computer Architecture</a:t>
            </a:r>
          </a:p>
          <a:p>
            <a:pPr algn="l" rtl="0">
              <a:spcBef>
                <a:spcPct val="40000"/>
              </a:spcBef>
              <a:buClr>
                <a:srgbClr val="006600"/>
              </a:buClr>
              <a:buSzPct val="110000"/>
              <a:buFont typeface="Wingdings" pitchFamily="2" charset="2"/>
              <a:buNone/>
            </a:pPr>
            <a:r>
              <a:rPr lang="en-US" altLang="en-US" sz="1400">
                <a:cs typeface="Times New Roman" panose="02020603050405020304" pitchFamily="18" charset="0"/>
              </a:rPr>
              <a:t>(</a:t>
            </a:r>
            <a:r>
              <a:rPr lang="en-US" altLang="en-US" sz="1400" b="1">
                <a:solidFill>
                  <a:srgbClr val="00007A"/>
                </a:solidFill>
                <a:cs typeface="Times New Roman" panose="02020603050405020304" pitchFamily="18" charset="0"/>
              </a:rPr>
              <a:t>Project 5</a:t>
            </a:r>
            <a:r>
              <a:rPr lang="en-US" altLang="en-US" sz="1400">
                <a:cs typeface="Times New Roman" panose="02020603050405020304" pitchFamily="18" charset="0"/>
              </a:rPr>
              <a:t>):</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Memory</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CPU</a:t>
            </a:r>
          </a:p>
          <a:p>
            <a:pPr algn="l" rtl="0">
              <a:spcBef>
                <a:spcPct val="40000"/>
              </a:spcBef>
              <a:buClr>
                <a:srgbClr val="006600"/>
              </a:buClr>
              <a:buSzPct val="110000"/>
              <a:buFont typeface="Wingdings" pitchFamily="2" charset="2"/>
              <a:buChar char="§"/>
            </a:pPr>
            <a:r>
              <a:rPr lang="en-US" altLang="en-US" sz="1400" b="1">
                <a:latin typeface="Courier New" panose="02070309020205020404" pitchFamily="49" charset="0"/>
                <a:cs typeface="Courier New" panose="02070309020205020404" pitchFamily="49" charset="0"/>
              </a:rPr>
              <a:t>Computer</a:t>
            </a:r>
          </a:p>
          <a:p>
            <a:pPr algn="l" rtl="0">
              <a:spcBef>
                <a:spcPct val="20000"/>
              </a:spcBef>
              <a:buClr>
                <a:srgbClr val="006600"/>
              </a:buClr>
              <a:buSzPct val="110000"/>
              <a:buFont typeface="Wingdings" pitchFamily="2" charset="2"/>
              <a:buChar char="§"/>
            </a:pPr>
            <a:endParaRPr lang="en-US" altLang="en-US" sz="1400" b="1">
              <a:latin typeface="Courier New" panose="02070309020205020404" pitchFamily="49" charset="0"/>
              <a:cs typeface="Courier New" panose="02070309020205020404" pitchFamily="49" charset="0"/>
            </a:endParaRPr>
          </a:p>
        </p:txBody>
      </p:sp>
      <p:sp>
        <p:nvSpPr>
          <p:cNvPr id="163848" name="AutoShape 8">
            <a:extLst>
              <a:ext uri="{FF2B5EF4-FFF2-40B4-BE49-F238E27FC236}">
                <a16:creationId xmlns:a16="http://schemas.microsoft.com/office/drawing/2014/main" id="{23A9975E-2CC0-C344-A47D-057A707958FC}"/>
              </a:ext>
            </a:extLst>
          </p:cNvPr>
          <p:cNvSpPr>
            <a:spLocks noChangeArrowheads="1"/>
          </p:cNvSpPr>
          <p:nvPr/>
        </p:nvSpPr>
        <p:spPr bwMode="auto">
          <a:xfrm>
            <a:off x="2819400" y="4114800"/>
            <a:ext cx="5791200" cy="2286000"/>
          </a:xfrm>
          <a:prstGeom prst="roundRect">
            <a:avLst>
              <a:gd name="adj" fmla="val 16667"/>
            </a:avLst>
          </a:prstGeom>
          <a:solidFill>
            <a:srgbClr val="FFFFC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tIns="10800" rIns="54000"/>
          <a:lstStyle>
            <a:lvl1pPr marL="290513"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1pPr>
            <a:lvl2pPr marL="1117600" indent="-457200"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2pPr>
            <a:lvl3pPr marL="1765300" indent="-457200"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3pPr>
            <a:lvl4pPr marL="2413000" indent="-457200"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4pPr>
            <a:lvl5pPr marL="3060700" indent="-457200" algn="r" rtl="1">
              <a:tabLst>
                <a:tab pos="290513" algn="l"/>
              </a:tabLst>
              <a:defRPr sz="2400">
                <a:solidFill>
                  <a:schemeClr val="tx1"/>
                </a:solidFill>
                <a:latin typeface="Times New Roman" panose="02020603050405020304" pitchFamily="18" charset="0"/>
                <a:cs typeface="Times New Roman (Hebrew)" panose="02020603050405020304" pitchFamily="18" charset="0"/>
              </a:defRPr>
            </a:lvl5pPr>
            <a:lvl6pPr marL="3517900" indent="-457200"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6pPr>
            <a:lvl7pPr marL="3975100" indent="-457200"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7pPr>
            <a:lvl8pPr marL="4432300" indent="-457200"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8pPr>
            <a:lvl9pPr marL="4889500" indent="-457200" algn="r" rtl="1" fontAlgn="base">
              <a:spcBef>
                <a:spcPct val="0"/>
              </a:spcBef>
              <a:spcAft>
                <a:spcPct val="0"/>
              </a:spcAft>
              <a:tabLst>
                <a:tab pos="290513" algn="l"/>
              </a:tabLst>
              <a:defRPr sz="2400">
                <a:solidFill>
                  <a:schemeClr val="tx1"/>
                </a:solidFill>
                <a:latin typeface="Times New Roman" panose="02020603050405020304" pitchFamily="18" charset="0"/>
                <a:cs typeface="Times New Roman (Hebrew)" panose="02020603050405020304" pitchFamily="18" charset="0"/>
              </a:defRPr>
            </a:lvl9pPr>
          </a:lstStyle>
          <a:p>
            <a:pPr algn="l" rtl="0">
              <a:lnSpc>
                <a:spcPct val="115000"/>
              </a:lnSpc>
              <a:spcBef>
                <a:spcPct val="30000"/>
              </a:spcBef>
              <a:buClr>
                <a:srgbClr val="006600"/>
              </a:buClr>
              <a:buSzPct val="110000"/>
              <a:buFont typeface="Wingdings" pitchFamily="2" charset="2"/>
              <a:buNone/>
            </a:pPr>
            <a:r>
              <a:rPr lang="en-US" altLang="en-US" sz="1400">
                <a:solidFill>
                  <a:srgbClr val="00007A"/>
                </a:solidFill>
                <a:latin typeface="Comic Sans MS" panose="030F0902030302020204" pitchFamily="66" charset="0"/>
              </a:rPr>
              <a:t>Most of these chips are generic, meaning that they can be used in the construction of many different computers.</a:t>
            </a:r>
          </a:p>
          <a:p>
            <a:pPr algn="l" rtl="0">
              <a:lnSpc>
                <a:spcPct val="115000"/>
              </a:lnSpc>
              <a:spcBef>
                <a:spcPct val="30000"/>
              </a:spcBef>
              <a:buClr>
                <a:srgbClr val="006600"/>
              </a:buClr>
              <a:buSzPct val="110000"/>
              <a:buFont typeface="Wingdings" pitchFamily="2" charset="2"/>
              <a:buNone/>
            </a:pPr>
            <a:r>
              <a:rPr lang="en-US" altLang="en-US" sz="1400">
                <a:solidFill>
                  <a:srgbClr val="00007A"/>
                </a:solidFill>
                <a:latin typeface="Comic Sans MS" panose="030F0902030302020204" pitchFamily="66" charset="0"/>
              </a:rPr>
              <a:t>The Hack chip-set and hardware platform can be built using the hardware simulator, starting with primitive </a:t>
            </a:r>
            <a:r>
              <a:rPr lang="en-US" altLang="en-US" sz="1400" b="1">
                <a:solidFill>
                  <a:srgbClr val="00007A"/>
                </a:solidFill>
                <a:latin typeface="Courier New" panose="02070309020205020404" pitchFamily="49" charset="0"/>
                <a:cs typeface="Courier New" panose="02070309020205020404" pitchFamily="49" charset="0"/>
              </a:rPr>
              <a:t>Nand.hdl</a:t>
            </a:r>
            <a:r>
              <a:rPr lang="en-US" altLang="en-US" sz="1400">
                <a:solidFill>
                  <a:srgbClr val="00007A"/>
                </a:solidFill>
                <a:latin typeface="Comic Sans MS" panose="030F0902030302020204" pitchFamily="66" charset="0"/>
              </a:rPr>
              <a:t> and </a:t>
            </a:r>
            <a:r>
              <a:rPr lang="en-US" altLang="en-US" sz="1400" b="1">
                <a:solidFill>
                  <a:srgbClr val="00007A"/>
                </a:solidFill>
                <a:latin typeface="Courier New" panose="02070309020205020404" pitchFamily="49" charset="0"/>
                <a:cs typeface="Courier New" panose="02070309020205020404" pitchFamily="49" charset="0"/>
              </a:rPr>
              <a:t>DFF.hdl</a:t>
            </a:r>
            <a:r>
              <a:rPr lang="en-US" altLang="en-US" sz="1400">
                <a:solidFill>
                  <a:srgbClr val="00007A"/>
                </a:solidFill>
                <a:latin typeface="Comic Sans MS" panose="030F0902030302020204" pitchFamily="66" charset="0"/>
              </a:rPr>
              <a:t>  gates and culminating in the </a:t>
            </a:r>
            <a:r>
              <a:rPr lang="en-US" altLang="en-US" sz="1400" b="1">
                <a:solidFill>
                  <a:srgbClr val="00007A"/>
                </a:solidFill>
                <a:latin typeface="Courier New" panose="02070309020205020404" pitchFamily="49" charset="0"/>
                <a:cs typeface="Courier New" panose="02070309020205020404" pitchFamily="49" charset="0"/>
              </a:rPr>
              <a:t>Computer.hdl</a:t>
            </a:r>
            <a:r>
              <a:rPr lang="en-US" altLang="en-US" sz="1400">
                <a:solidFill>
                  <a:srgbClr val="00007A"/>
                </a:solidFill>
                <a:latin typeface="Comic Sans MS" panose="030F0902030302020204" pitchFamily="66" charset="0"/>
              </a:rPr>
              <a:t> chip.</a:t>
            </a:r>
          </a:p>
          <a:p>
            <a:pPr algn="l" rtl="0">
              <a:lnSpc>
                <a:spcPct val="115000"/>
              </a:lnSpc>
              <a:spcBef>
                <a:spcPct val="30000"/>
              </a:spcBef>
              <a:buClr>
                <a:srgbClr val="006600"/>
              </a:buClr>
              <a:buSzPct val="110000"/>
              <a:buFont typeface="Wingdings" pitchFamily="2" charset="2"/>
              <a:buNone/>
            </a:pPr>
            <a:r>
              <a:rPr lang="en-US" altLang="en-US" sz="1400">
                <a:solidFill>
                  <a:srgbClr val="00007A"/>
                </a:solidFill>
                <a:latin typeface="Comic Sans MS" panose="030F0902030302020204" pitchFamily="66" charset="0"/>
              </a:rPr>
              <a:t>This construction is described in chapters 1,2,3,5 of the book, and carried out in the respective projects.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38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38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6384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384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638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autoUpdateAnimBg="0"/>
      <p:bldP spid="163844" grpId="0" autoUpdateAnimBg="0"/>
      <p:bldP spid="163845" grpId="0" autoUpdateAnimBg="0"/>
      <p:bldP spid="163846" grpId="0" autoUpdateAnimBg="0"/>
      <p:bldP spid="163848" grpId="0" animBg="1" autoUpdateAnimBg="0"/>
    </p:bldLst>
  </p:timing>
</p:sld>
</file>

<file path=ppt/theme/theme1.xml><?xml version="1.0" encoding="utf-8"?>
<a:theme xmlns:a="http://schemas.openxmlformats.org/drawingml/2006/main" name="ed_valu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9999"/>
      </a:hlink>
      <a:folHlink>
        <a:srgbClr val="006666"/>
      </a:folHlink>
    </a:clrScheme>
    <a:fontScheme name="ed_value">
      <a:majorFont>
        <a:latin typeface="Arial"/>
        <a:ea typeface=""/>
        <a:cs typeface="Arial"/>
      </a:majorFont>
      <a:minorFont>
        <a:latin typeface="Arial"/>
        <a:ea typeface=""/>
        <a:cs typeface="Times New Roman (Hebrew)"/>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he-IL" altLang="en-US" sz="2000" b="0" i="0" u="none" strike="noStrike" cap="none" normalizeH="0" baseline="0" smtClean="0">
            <a:ln>
              <a:noFill/>
            </a:ln>
            <a:solidFill>
              <a:schemeClr val="tx2"/>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he-IL" altLang="en-US" sz="2000" b="0" i="0" u="none" strike="noStrike" cap="none" normalizeH="0" baseline="0" smtClean="0">
            <a:ln>
              <a:noFill/>
            </a:ln>
            <a:solidFill>
              <a:schemeClr val="tx2"/>
            </a:solidFill>
            <a:effectLst/>
            <a:latin typeface="Arial" panose="020B0604020202020204" pitchFamily="34" charset="0"/>
            <a:cs typeface="Arial" panose="020B0604020202020204" pitchFamily="34" charset="0"/>
          </a:defRPr>
        </a:defPPr>
      </a:lstStyle>
    </a:lnDef>
  </a:objectDefaults>
  <a:extraClrSchemeLst>
    <a:extraClrScheme>
      <a:clrScheme name="ed_valu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ed_valu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d_valu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d_valu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d_valu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d_valu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ed_valu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Designs\Artsy.pot</Template>
  <TotalTime>8971</TotalTime>
  <Words>4113</Words>
  <Application>Microsoft Macintosh PowerPoint</Application>
  <PresentationFormat>On-screen Show (4:3)</PresentationFormat>
  <Paragraphs>499</Paragraphs>
  <Slides>48</Slides>
  <Notes>48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Arial Unicode MS</vt:lpstr>
      <vt:lpstr>Arial</vt:lpstr>
      <vt:lpstr>Comic Sans MS</vt:lpstr>
      <vt:lpstr>Courier New</vt:lpstr>
      <vt:lpstr>Times New Roman</vt:lpstr>
      <vt:lpstr>Wingdings</vt:lpstr>
      <vt:lpstr>ed_value</vt:lpstr>
      <vt:lpstr>Hardware Simulator Tutorial</vt:lpstr>
      <vt:lpstr>Background</vt:lpstr>
      <vt:lpstr>The book’s software suite</vt:lpstr>
      <vt:lpstr>The Hack computer</vt:lpstr>
      <vt:lpstr>Hardware Simulation Tutorial</vt:lpstr>
      <vt:lpstr>Hardware Simulation Tutorial</vt:lpstr>
      <vt:lpstr>Chip Definition (.hdl file)</vt:lpstr>
      <vt:lpstr>Chip Definition (.hdl file)</vt:lpstr>
      <vt:lpstr>Loading a Chip</vt:lpstr>
      <vt:lpstr>Loading a Chip</vt:lpstr>
      <vt:lpstr>Exploring the Chip Logic</vt:lpstr>
      <vt:lpstr>Exploring the Chip Logic</vt:lpstr>
      <vt:lpstr>Interactive Chip Testing</vt:lpstr>
      <vt:lpstr>Interactive Chip Testing</vt:lpstr>
      <vt:lpstr>Hardware Simulation Tutorial</vt:lpstr>
      <vt:lpstr>Test Scripts</vt:lpstr>
      <vt:lpstr>Loading a Script</vt:lpstr>
      <vt:lpstr>Script Controls</vt:lpstr>
      <vt:lpstr>Running a Script</vt:lpstr>
      <vt:lpstr>Running a Script</vt:lpstr>
      <vt:lpstr>Viewing Output and Compare Files</vt:lpstr>
      <vt:lpstr>Viewing Output and Compare Files</vt:lpstr>
      <vt:lpstr>Hardware Simulation Tutorial</vt:lpstr>
      <vt:lpstr>Built-In Chips</vt:lpstr>
      <vt:lpstr>Explicit Use of Built-in Chips</vt:lpstr>
      <vt:lpstr>Implicit Use of Built-in Chips</vt:lpstr>
      <vt:lpstr>Hardware Simulation Tutorial</vt:lpstr>
      <vt:lpstr>Clocked (Sequential) Chips</vt:lpstr>
      <vt:lpstr>The D-Flip-Flop (DFF) Gate</vt:lpstr>
      <vt:lpstr>PowerPoint Presentation</vt:lpstr>
      <vt:lpstr>PowerPoint Presentation</vt:lpstr>
      <vt:lpstr>PowerPoint Presentation</vt:lpstr>
      <vt:lpstr>PowerPoint Presentation</vt:lpstr>
      <vt:lpstr>PowerPoint Presentation</vt:lpstr>
      <vt:lpstr>PowerPoint Presentation</vt:lpstr>
      <vt:lpstr>Hardware Simulation Tutorial</vt:lpstr>
      <vt:lpstr>PowerPoint Presentation</vt:lpstr>
      <vt:lpstr>Built-in Chips with GUI Effects</vt:lpstr>
      <vt:lpstr>The Logic of the GUIDemo Chip</vt:lpstr>
      <vt:lpstr>GUIDemo Chip in Action</vt:lpstr>
      <vt:lpstr>Hardware Simulation Tutorial</vt:lpstr>
      <vt:lpstr>System Variables</vt:lpstr>
      <vt:lpstr>Breakpoints</vt:lpstr>
      <vt:lpstr>Scripts for Testing the Topmost Computer chip</vt:lpstr>
      <vt:lpstr>Visual Options</vt:lpstr>
      <vt:lpstr>Hardware Simulation Tutorial</vt:lpstr>
      <vt:lpstr>Hack: a General-Purpose 16-bit Computer</vt:lpstr>
      <vt:lpstr>The Hack Chip-Set and Hardware Platform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Lecture Name </dc:title>
  <dc:creator>Shimon Schocken</dc:creator>
  <cp:lastModifiedBy>Schocken Shimon</cp:lastModifiedBy>
  <cp:revision>443</cp:revision>
  <dcterms:created xsi:type="dcterms:W3CDTF">2002-09-27T17:30:27Z</dcterms:created>
  <dcterms:modified xsi:type="dcterms:W3CDTF">2023-02-09T14:26:48Z</dcterms:modified>
</cp:coreProperties>
</file>